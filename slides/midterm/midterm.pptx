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5112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データで確かめ、前者はわざとそうしていて、後者は今のデータでは起きないと分かった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値を変えて結果への影響を確かめ、定数にして理由を書くよう直した。影響の大きい値は今後の改善の対象にした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