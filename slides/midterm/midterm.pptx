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のレビュー：AI のコードレビューで出た 10 件の指摘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一部採用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1 件ずつデータで確かめ、わざとそうしている書き方や、今のデータでは起きない・影響がごく小さい指摘は却下し、引数の渡し忘れを防ぐ・使っていない設定を消すなどの指摘を直した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