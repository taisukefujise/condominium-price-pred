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人の分担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藤瀬 太翼：実験の土台（構成・時系列 CV・AI への指示ファイル）と開発の手順を整え、PR のレビューを担当した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AIの分担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AIの出力の確認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構成とコード：AI と議論し、出力されたコードを読んで直し、ruff の後も読みにくい箇所や名前は自分で直した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変更の単位：1 回の PR は 1 つの工程の修正と検証に限り、人が結果とコードを把握できる範囲に抑えた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検証：AI の結果や指摘はうのみにせず、共通の時系列 CV と提出した LB の連動を確かめてから採否を決めた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使ったAIツール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14630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CV と LB のずれ（isotonic 較正）：較正表は学習期間の直近 3 四半期で作るため、値段が上がり続ける test では範囲外の予測が頭打ちになり、低く出たと考える。目的変数の設計を見直した後は CV でも悪化したので、時期によるずれを較正がまとめて直していた分が test に合わなかった可能性もある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228600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リポジトリ設計とコードは AI の案を議論して直してから採用し、実験の案とレビューの指摘は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287121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リポジトリ設計・コード：実験ごとに記録用のフォルダを作り、工程番号つきのファイルに分ける。学習と予測を 1 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に一本化し、ファイルは工程ごと、関数は CV 用と本番用に分けた。分ける前後で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両方の向きに値を変えて時系列 CV で比べ、CV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のレビュー：AI のコードレビューで出た 10 件の指摘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一部採用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1 件ずつデータで確かめ、わざとそうしている書き方や、今のデータでは起きない・影響がごく小さい指摘は却下し、引数の渡し忘れを防ぐ・使っていない設定を消すなどの指摘を直した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区切りの年やくり返しの回数を何通りか変えて、結果がほとんど変わらないことを確かめたうえで、定数にして理由を書くよう直した。影響の大きい値は今後の改善の対象にした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リポジトリの構成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main.py は工程を順に呼ぶだけにし、前処理・特徴量・目的変数・モデルなど、工程ごとにファイルを 1 つにした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特徴量は MAKERS、モデルは MODELS に 1 行足すだけで試せる。別々の実験を最新の土台に積み直しても衝突しなかった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実験の進め方（GitHub）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1 つの実験を Issue → ブランチ → PR で進め、PR に fold ごとの CV・比べた main のコミット・Public LB を書く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効かなかった実験も「不採用」ラベルで閉じて残し、同じ実験を二度試さない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レビューは藤瀬が中心に行い、AI のレビューの指摘もデータで確かめてから直してマージする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AIへの指示ファイル（CLAUDE.md・AGENTS.md）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テスト期間（2025年第3四半期以降）の取引データを取得・参照しない規約と、検証方法を合意なしに変えないこと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価格を使う処理は fold ごとに作ること、型ヒント・docstring・名前の決まり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グループ内の情報共有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Discord で PR を報告して全員が確認し、submission チャンネルで日ごとの提出担当を割り当てる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