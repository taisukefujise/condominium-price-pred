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と議論し、出力されたコードを読んで直し、ruff の後も読みにくい箇所や名前は自分で直した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変更の単位：1 回の PR は 1 つの工程の修正と検証に限り、人が結果とコードを把握できる範囲に抑えた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検証：AI の結果や指摘はうのみにせず、共通の時系列 CV と提出した LB の連動を確かめてから採否を決めた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4630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較正）：較正表は学習期間の直近 3 四半期で作るため、値段が上がり続ける test では範囲外の予測が頭打ちになり、低く出たと考える。目的変数の設計を見直した後は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28600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リポジトリの構成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実験の進め方（GitHub）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効かなかった実験も「不採用」ラベルで閉じて残し、同じ実験を二度試さない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価格を使う処理は fold ごとに作ること、型ヒント・docstring・名前の決まり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