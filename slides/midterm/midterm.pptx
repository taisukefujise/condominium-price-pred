
<file path=[Content_Types].xml><?xml version="1.0" encoding="utf-8"?>
<Types xmlns="http://schemas.openxmlformats.org/package/2006/content-types">
  <Default Extension="fntdata" ContentType="application/x-fontdata"/>
  <Default Extension="rels" ContentType="application/vnd.openxmlformats-package.relationships+xml"/>
  <Default Extension="xml" ContentType="application/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embedTrueTypeFonts="1" strictFirstAndLastChars="0" saveSubsetFonts="1">
  <p:sldMasterIdLst>
    <p:sldMasterId id="2147483651" r:id="rId5"/>
  </p:sldMasterIdLst>
  <p:notesMasterIdLst>
    <p:notesMasterId r:id="rId6"/>
  </p:notesMasterIdLst>
  <p:sldIdLst>
    <p:sldId id="256" r:id="rId7"/>
    <p:sldId id="257" r:id="rId8"/>
    <p:sldId id="258" r:id="rId9"/>
    <p:sldId id="259" r:id="rId10"/>
    <p:sldId id="260" r:id="rId11"/>
    <p:sldId id="261" r:id="rId12"/>
  </p:sldIdLst>
  <p:sldSz cy="5143500" cx="9144000"/>
  <p:notesSz cx="6858000" cy="9144000"/>
  <p:embeddedFontLst>
    <p:embeddedFont>
      <p:font typeface="M PLUS 1p ExtraBold"/>
      <p:bold r:id="rId13"/>
    </p:embeddedFont>
    <p:embeddedFont>
      <p:font typeface="Noto Sans JP"/>
      <p:regular r:id="rId14"/>
      <p:bold r:id="rId15"/>
    </p:embeddedFont>
  </p:embeddedFontLst>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defaultTextStyle>
  <p:extLst>
    <p:ext uri="{EFAFB233-063F-42B5-8137-9DF3F51BA10A}">
      <p15:sldGuideLst>
        <p15:guide id="1" orient="horz" pos="1620">
          <p15:clr>
            <a:srgbClr val="747775"/>
          </p15:clr>
        </p15:guide>
        <p15:guide id="2" pos="2880">
          <p15:clr>
            <a:srgbClr val="747775"/>
          </p15:clr>
        </p15:guide>
      </p15:sldGuideLst>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tableStyles.xml><?xml version="1.0" encoding="utf-8"?>
<a:tblStyleLst xmlns:a="http://schemas.openxmlformats.org/drawingml/2006/main" xmlns:r="http://schemas.openxmlformats.org/officeDocument/2006/relationships" def="{53CD3E5B-FE7B-4491-BB69-26453CF59F08}">
  <a:tblStyle styleId="{53CD3E5B-FE7B-4491-BB69-26453CF59F08}" styleName="Table_0">
    <a:wholeTbl>
      <a:tcTxStyle>
        <a:font>
          <a:latin typeface="Arial"/>
          <a:ea typeface="Arial"/>
          <a:cs typeface="Arial"/>
        </a:font>
        <a:srgbClr val="000000"/>
      </a:tcTxStyle>
      <a:tcStyle>
        <a:tcBdr>
          <a:left>
            <a:ln cap="flat" cmpd="sng" w="9525">
              <a:solidFill>
                <a:srgbClr val="9E9E9E"/>
              </a:solidFill>
              <a:prstDash val="solid"/>
              <a:round/>
              <a:headEnd len="sm" w="sm" type="none"/>
              <a:tailEnd len="sm" w="sm" type="none"/>
            </a:ln>
          </a:left>
          <a:right>
            <a:ln cap="flat" cmpd="sng" w="9525">
              <a:solidFill>
                <a:srgbClr val="9E9E9E"/>
              </a:solidFill>
              <a:prstDash val="solid"/>
              <a:round/>
              <a:headEnd len="sm" w="sm" type="none"/>
              <a:tailEnd len="sm" w="sm" type="none"/>
            </a:ln>
          </a:right>
          <a:top>
            <a:ln cap="flat" cmpd="sng" w="9525">
              <a:solidFill>
                <a:srgbClr val="9E9E9E"/>
              </a:solidFill>
              <a:prstDash val="solid"/>
              <a:round/>
              <a:headEnd len="sm" w="sm" type="none"/>
              <a:tailEnd len="sm" w="sm" type="none"/>
            </a:ln>
          </a:top>
          <a:bottom>
            <a:ln cap="flat" cmpd="sng" w="9525">
              <a:solidFill>
                <a:srgbClr val="9E9E9E"/>
              </a:solidFill>
              <a:prstDash val="solid"/>
              <a:round/>
              <a:headEnd len="sm" w="sm" type="none"/>
              <a:tailEnd len="sm" w="sm" type="none"/>
            </a:ln>
          </a:bottom>
          <a:insideH>
            <a:ln cap="flat" cmpd="sng" w="9525">
              <a:solidFill>
                <a:srgbClr val="9E9E9E"/>
              </a:solidFill>
              <a:prstDash val="solid"/>
              <a:round/>
              <a:headEnd len="sm" w="sm" type="none"/>
              <a:tailEnd len="sm" w="sm" type="none"/>
            </a:ln>
          </a:insideH>
          <a:insideV>
            <a:ln cap="flat" cmpd="sng" w="9525">
              <a:solidFill>
                <a:srgbClr val="9E9E9E"/>
              </a:solidFill>
              <a:prstDash val="solid"/>
              <a:round/>
              <a:headEnd len="sm" w="sm" type="none"/>
              <a:tailEnd len="sm" w="sm" type="none"/>
            </a:ln>
          </a:insideV>
        </a:tcBdr>
      </a:tcStyle>
    </a:wholeTbl>
    <a:band1H>
      <a:tcTxStyle/>
    </a:band1H>
    <a:band2H>
      <a:tcTxStyle/>
    </a:band2H>
    <a:band1V>
      <a:tcTxStyle/>
    </a:band1V>
    <a:band2V>
      <a:tcTxStyle/>
    </a:band2V>
    <a:lastCol>
      <a:tcTxStyle/>
    </a:lastCol>
    <a:firstCol>
      <a:tcTxStyle/>
    </a:firstCol>
    <a:lastRow>
      <a:tcTxStyle/>
    </a:lastRow>
    <a:seCell>
      <a:tcTxStyle/>
    </a:seCell>
    <a:swCell>
      <a:tcTxStyle/>
    </a:swCell>
    <a:firstRow>
      <a:tcTxStyle/>
    </a:firstRow>
    <a:neCell>
      <a:tcTxStyle/>
    </a:neCell>
    <a:nwCell>
      <a:tcTxStyle/>
    </a:nwCell>
  </a:tblStyle>
</a:tblStyleLst>
</file>

<file path=ppt/viewProps.xml><?xml version="1.0" encoding="utf-8"?>
<p:view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Comments="0">
  <p:slideViewPr>
    <p:cSldViewPr snapToGrid="0">
      <p:cViewPr varScale="1">
        <p:scale>
          <a:sx n="100" d="100"/>
          <a:sy n="100" d="100"/>
        </p:scale>
        <p:origin x="0" y="0"/>
      </p:cViewPr>
      <p:guideLst>
        <p:guide pos="1620" orient="horz"/>
        <p:guide pos="2880"/>
      </p:guideLst>
    </p:cSldViewPr>
  </p:slideViewPr>
</p:viewPr>
</file>

<file path=ppt/_rels/presentation.xml.rels><?xml version='1.0' encoding='UTF-8' standalone='yes'?>
<Relationships xmlns="http://schemas.openxmlformats.org/package/2006/relationships"><Relationship Id="rId1" Type="http://schemas.openxmlformats.org/officeDocument/2006/relationships/theme" Target="theme/theme2.xml"/><Relationship Id="rId2" Type="http://schemas.openxmlformats.org/officeDocument/2006/relationships/viewProps" Target="viewProps.xml"/><Relationship Id="rId3" Type="http://schemas.openxmlformats.org/officeDocument/2006/relationships/presProps" Target="presProps.xml"/><Relationship Id="rId4" Type="http://schemas.openxmlformats.org/officeDocument/2006/relationships/tableStyles" Target="tableStyles.xml"/><Relationship Id="rId5" Type="http://schemas.openxmlformats.org/officeDocument/2006/relationships/slideMaster" Target="slideMasters/slideMaster1.xml"/><Relationship Id="rId6" Type="http://schemas.openxmlformats.org/officeDocument/2006/relationships/notesMaster" Target="notesMasters/notesMaster1.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font" Target="fonts/MPLUS1pExtraBold-bold.fntdata"/><Relationship Id="rId14" Type="http://schemas.openxmlformats.org/officeDocument/2006/relationships/font" Target="fonts/NotoSansJP-regular.fntdata"/><Relationship Id="rId15" Type="http://schemas.openxmlformats.org/officeDocument/2006/relationships/font" Target="fonts/NotoSansJP-bold.fntdata"/></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 name="Shape 2"/>
        <p:cNvGrpSpPr/>
        <p:nvPr/>
      </p:nvGrpSpPr>
      <p:grpSpPr>
        <a:xfrm>
          <a:off x="0" y="0"/>
          <a:ext cx="0" cy="0"/>
          <a:chOff x="0" y="0"/>
          <a:chExt cx="0" cy="0"/>
        </a:xfrm>
      </p:grpSpPr>
      <p:sp>
        <p:nvSpPr>
          <p:cNvPr id="3" name="Google Shape;3;n"/>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lvl1pPr indent="-298450" lvl="0" marL="457200">
              <a:spcBef>
                <a:spcPts val="0"/>
              </a:spcBef>
              <a:spcAft>
                <a:spcPts val="0"/>
              </a:spcAft>
              <a:buSzPts val="1100"/>
              <a:buChar char="●"/>
              <a:defRPr sz="1100"/>
            </a:lvl1pPr>
            <a:lvl2pPr indent="-298450" lvl="1" marL="914400">
              <a:spcBef>
                <a:spcPts val="0"/>
              </a:spcBef>
              <a:spcAft>
                <a:spcPts val="0"/>
              </a:spcAft>
              <a:buSzPts val="1100"/>
              <a:buChar char="○"/>
              <a:defRPr sz="1100"/>
            </a:lvl2pPr>
            <a:lvl3pPr indent="-298450" lvl="2" marL="1371600">
              <a:spcBef>
                <a:spcPts val="0"/>
              </a:spcBef>
              <a:spcAft>
                <a:spcPts val="0"/>
              </a:spcAft>
              <a:buSzPts val="1100"/>
              <a:buChar char="■"/>
              <a:defRPr sz="1100"/>
            </a:lvl3pPr>
            <a:lvl4pPr indent="-298450" lvl="3" marL="1828800">
              <a:spcBef>
                <a:spcPts val="0"/>
              </a:spcBef>
              <a:spcAft>
                <a:spcPts val="0"/>
              </a:spcAft>
              <a:buSzPts val="1100"/>
              <a:buChar char="●"/>
              <a:defRPr sz="1100"/>
            </a:lvl4pPr>
            <a:lvl5pPr indent="-298450" lvl="4" marL="2286000">
              <a:spcBef>
                <a:spcPts val="0"/>
              </a:spcBef>
              <a:spcAft>
                <a:spcPts val="0"/>
              </a:spcAft>
              <a:buSzPts val="1100"/>
              <a:buChar char="○"/>
              <a:defRPr sz="1100"/>
            </a:lvl5pPr>
            <a:lvl6pPr indent="-298450" lvl="5" marL="2743200">
              <a:spcBef>
                <a:spcPts val="0"/>
              </a:spcBef>
              <a:spcAft>
                <a:spcPts val="0"/>
              </a:spcAft>
              <a:buSzPts val="1100"/>
              <a:buChar char="■"/>
              <a:defRPr sz="1100"/>
            </a:lvl6pPr>
            <a:lvl7pPr indent="-298450" lvl="6" marL="3200400">
              <a:spcBef>
                <a:spcPts val="0"/>
              </a:spcBef>
              <a:spcAft>
                <a:spcPts val="0"/>
              </a:spcAft>
              <a:buSzPts val="1100"/>
              <a:buChar char="●"/>
              <a:defRPr sz="1100"/>
            </a:lvl7pPr>
            <a:lvl8pPr indent="-298450" lvl="7" marL="3657600">
              <a:spcBef>
                <a:spcPts val="0"/>
              </a:spcBef>
              <a:spcAft>
                <a:spcPts val="0"/>
              </a:spcAft>
              <a:buSzPts val="1100"/>
              <a:buChar char="○"/>
              <a:defRPr sz="1100"/>
            </a:lvl8pPr>
            <a:lvl9pPr indent="-298450" lvl="8" marL="4114800">
              <a:spcBef>
                <a:spcPts val="0"/>
              </a:spcBef>
              <a:spcAft>
                <a:spcPts val="0"/>
              </a:spcAft>
              <a:buSzPts val="1100"/>
              <a:buChar char="■"/>
              <a:defRPr sz="1100"/>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0" name="Shape 20"/>
        <p:cNvGrpSpPr/>
        <p:nvPr/>
      </p:nvGrpSpPr>
      <p:grpSpPr>
        <a:xfrm>
          <a:off x="0" y="0"/>
          <a:ext cx="0" cy="0"/>
          <a:chOff x="0" y="0"/>
          <a:chExt cx="0" cy="0"/>
        </a:xfrm>
      </p:grpSpPr>
      <p:sp>
        <p:nvSpPr>
          <p:cNvPr id="21" name="Google Shape;21;g28ba2e4b753_0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2" name="Google Shape;22;g28ba2e4b753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6" name="Shape 26"/>
        <p:cNvGrpSpPr/>
        <p:nvPr/>
      </p:nvGrpSpPr>
      <p:grpSpPr>
        <a:xfrm>
          <a:off x="0" y="0"/>
          <a:ext cx="0" cy="0"/>
          <a:chOff x="0" y="0"/>
          <a:chExt cx="0" cy="0"/>
        </a:xfrm>
      </p:grpSpPr>
      <p:sp>
        <p:nvSpPr>
          <p:cNvPr id="27" name="Google Shape;27;g28b6ac8d16f_0_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8" name="Google Shape;28;g28b6ac8d16f_0_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2" name="Shape 32"/>
        <p:cNvGrpSpPr/>
        <p:nvPr/>
      </p:nvGrpSpPr>
      <p:grpSpPr>
        <a:xfrm>
          <a:off x="0" y="0"/>
          <a:ext cx="0" cy="0"/>
          <a:chOff x="0" y="0"/>
          <a:chExt cx="0" cy="0"/>
        </a:xfrm>
      </p:grpSpPr>
      <p:sp>
        <p:nvSpPr>
          <p:cNvPr id="33" name="Google Shape;33;g30a63073b31_0_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4" name="Google Shape;34;g30a63073b31_0_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9" name="Shape 39"/>
        <p:cNvGrpSpPr/>
        <p:nvPr/>
      </p:nvGrpSpPr>
      <p:grpSpPr>
        <a:xfrm>
          <a:off x="0" y="0"/>
          <a:ext cx="0" cy="0"/>
          <a:chOff x="0" y="0"/>
          <a:chExt cx="0" cy="0"/>
        </a:xfrm>
      </p:grpSpPr>
      <p:sp>
        <p:nvSpPr>
          <p:cNvPr id="40" name="Google Shape;40;m26_ai: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41" name="Google Shape;41;m26_ai: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6" name="Shape 46"/>
        <p:cNvGrpSpPr/>
        <p:nvPr/>
      </p:nvGrpSpPr>
      <p:grpSpPr>
        <a:xfrm>
          <a:off x="0" y="0"/>
          <a:ext cx="0" cy="0"/>
          <a:chOff x="0" y="0"/>
          <a:chExt cx="0" cy="0"/>
        </a:xfrm>
      </p:grpSpPr>
      <p:sp>
        <p:nvSpPr>
          <p:cNvPr id="47" name="Google Shape;47;g30a63073b31_0_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48" name="Google Shape;48;g30a63073b31_0_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2" name="Shape 52"/>
        <p:cNvGrpSpPr/>
        <p:nvPr/>
      </p:nvGrpSpPr>
      <p:grpSpPr>
        <a:xfrm>
          <a:off x="0" y="0"/>
          <a:ext cx="0" cy="0"/>
          <a:chOff x="0" y="0"/>
          <a:chExt cx="0" cy="0"/>
        </a:xfrm>
      </p:grpSpPr>
      <p:sp>
        <p:nvSpPr>
          <p:cNvPr id="53" name="Google Shape;53;g30a63073b31_0_1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4" name="Google Shape;54;g30a63073b31_0_1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spTree>
      <p:nvGrpSpPr>
        <p:cNvPr id="9" name="Shape 9"/>
        <p:cNvGrpSpPr/>
        <p:nvPr/>
      </p:nvGrpSpPr>
      <p:grpSpPr>
        <a:xfrm>
          <a:off x="0" y="0"/>
          <a:ext cx="0" cy="0"/>
          <a:chOff x="0" y="0"/>
          <a:chExt cx="0" cy="0"/>
        </a:xfrm>
      </p:grpSpPr>
      <p:sp>
        <p:nvSpPr>
          <p:cNvPr id="10" name="Google Shape;10;p2"/>
          <p:cNvSpPr txBox="1"/>
          <p:nvPr>
            <p:ph type="ctrTitle"/>
          </p:nvPr>
        </p:nvSpPr>
        <p:spPr>
          <a:xfrm>
            <a:off x="311708" y="744575"/>
            <a:ext cx="8520600" cy="2052600"/>
          </a:xfrm>
          <a:prstGeom prst="rect">
            <a:avLst/>
          </a:prstGeom>
        </p:spPr>
        <p:txBody>
          <a:bodyPr anchorCtr="0" anchor="ctr" bIns="91425" lIns="91425" spcFirstLastPara="1" rIns="91425" wrap="square" tIns="91425">
            <a:normAutofit/>
          </a:bodyPr>
          <a:lstStyle>
            <a:lvl1pPr lvl="0" rtl="0" algn="ctr">
              <a:spcBef>
                <a:spcPts val="0"/>
              </a:spcBef>
              <a:spcAft>
                <a:spcPts val="0"/>
              </a:spcAft>
              <a:buSzPts val="5200"/>
              <a:buNone/>
              <a:defRPr sz="5200"/>
            </a:lvl1pPr>
            <a:lvl2pPr lvl="1" rtl="0" algn="ctr">
              <a:spcBef>
                <a:spcPts val="0"/>
              </a:spcBef>
              <a:spcAft>
                <a:spcPts val="0"/>
              </a:spcAft>
              <a:buSzPts val="5200"/>
              <a:buNone/>
              <a:defRPr sz="5200"/>
            </a:lvl2pPr>
            <a:lvl3pPr lvl="2" rtl="0" algn="ctr">
              <a:spcBef>
                <a:spcPts val="0"/>
              </a:spcBef>
              <a:spcAft>
                <a:spcPts val="0"/>
              </a:spcAft>
              <a:buSzPts val="5200"/>
              <a:buNone/>
              <a:defRPr sz="5200"/>
            </a:lvl3pPr>
            <a:lvl4pPr lvl="3" rtl="0" algn="ctr">
              <a:spcBef>
                <a:spcPts val="0"/>
              </a:spcBef>
              <a:spcAft>
                <a:spcPts val="0"/>
              </a:spcAft>
              <a:buSzPts val="5200"/>
              <a:buNone/>
              <a:defRPr sz="5200"/>
            </a:lvl4pPr>
            <a:lvl5pPr lvl="4" rtl="0" algn="ctr">
              <a:spcBef>
                <a:spcPts val="0"/>
              </a:spcBef>
              <a:spcAft>
                <a:spcPts val="0"/>
              </a:spcAft>
              <a:buSzPts val="5200"/>
              <a:buNone/>
              <a:defRPr sz="5200"/>
            </a:lvl5pPr>
            <a:lvl6pPr lvl="5" rtl="0" algn="ctr">
              <a:spcBef>
                <a:spcPts val="0"/>
              </a:spcBef>
              <a:spcAft>
                <a:spcPts val="0"/>
              </a:spcAft>
              <a:buSzPts val="5200"/>
              <a:buNone/>
              <a:defRPr sz="5200"/>
            </a:lvl6pPr>
            <a:lvl7pPr lvl="6" rtl="0" algn="ctr">
              <a:spcBef>
                <a:spcPts val="0"/>
              </a:spcBef>
              <a:spcAft>
                <a:spcPts val="0"/>
              </a:spcAft>
              <a:buSzPts val="5200"/>
              <a:buNone/>
              <a:defRPr sz="5200"/>
            </a:lvl7pPr>
            <a:lvl8pPr lvl="7" rtl="0" algn="ctr">
              <a:spcBef>
                <a:spcPts val="0"/>
              </a:spcBef>
              <a:spcAft>
                <a:spcPts val="0"/>
              </a:spcAft>
              <a:buSzPts val="5200"/>
              <a:buNone/>
              <a:defRPr sz="5200"/>
            </a:lvl8pPr>
            <a:lvl9pPr lvl="8" rtl="0" algn="ctr">
              <a:spcBef>
                <a:spcPts val="0"/>
              </a:spcBef>
              <a:spcAft>
                <a:spcPts val="0"/>
              </a:spcAft>
              <a:buSzPts val="5200"/>
              <a:buNone/>
              <a:defRPr sz="5200"/>
            </a:lvl9pPr>
          </a:lstStyle>
          <a:p/>
        </p:txBody>
      </p:sp>
      <p:sp>
        <p:nvSpPr>
          <p:cNvPr id="11" name="Google Shape;11;p2"/>
          <p:cNvSpPr txBox="1"/>
          <p:nvPr>
            <p:ph idx="1" type="subTitle"/>
          </p:nvPr>
        </p:nvSpPr>
        <p:spPr>
          <a:xfrm>
            <a:off x="311700" y="3087250"/>
            <a:ext cx="8520600" cy="1575900"/>
          </a:xfrm>
          <a:prstGeom prst="rect">
            <a:avLst/>
          </a:prstGeom>
        </p:spPr>
        <p:txBody>
          <a:bodyPr anchorCtr="0" anchor="ctr" bIns="91425" lIns="91425" spcFirstLastPara="1" rIns="91425" wrap="square" tIns="91425">
            <a:noAutofit/>
          </a:bodyPr>
          <a:lstStyle>
            <a:lvl1pPr lvl="0" rtl="0" algn="ctr">
              <a:lnSpc>
                <a:spcPct val="100000"/>
              </a:lnSpc>
              <a:spcBef>
                <a:spcPts val="0"/>
              </a:spcBef>
              <a:spcAft>
                <a:spcPts val="0"/>
              </a:spcAft>
              <a:buClr>
                <a:schemeClr val="dk1"/>
              </a:buClr>
              <a:buSzPts val="2800"/>
              <a:buNone/>
              <a:defRPr sz="2800">
                <a:solidFill>
                  <a:schemeClr val="dk1"/>
                </a:solidFill>
              </a:defRPr>
            </a:lvl1pPr>
            <a:lvl2pPr lvl="1" rtl="0" algn="ctr">
              <a:lnSpc>
                <a:spcPct val="100000"/>
              </a:lnSpc>
              <a:spcBef>
                <a:spcPts val="0"/>
              </a:spcBef>
              <a:spcAft>
                <a:spcPts val="0"/>
              </a:spcAft>
              <a:buClr>
                <a:schemeClr val="dk1"/>
              </a:buClr>
              <a:buSzPts val="2800"/>
              <a:buNone/>
              <a:defRPr sz="2800">
                <a:solidFill>
                  <a:schemeClr val="dk1"/>
                </a:solidFill>
              </a:defRPr>
            </a:lvl2pPr>
            <a:lvl3pPr lvl="2" rtl="0" algn="ctr">
              <a:lnSpc>
                <a:spcPct val="100000"/>
              </a:lnSpc>
              <a:spcBef>
                <a:spcPts val="0"/>
              </a:spcBef>
              <a:spcAft>
                <a:spcPts val="0"/>
              </a:spcAft>
              <a:buClr>
                <a:schemeClr val="dk1"/>
              </a:buClr>
              <a:buSzPts val="2800"/>
              <a:buNone/>
              <a:defRPr sz="2800">
                <a:solidFill>
                  <a:schemeClr val="dk1"/>
                </a:solidFill>
              </a:defRPr>
            </a:lvl3pPr>
            <a:lvl4pPr lvl="3" rtl="0" algn="ctr">
              <a:lnSpc>
                <a:spcPct val="100000"/>
              </a:lnSpc>
              <a:spcBef>
                <a:spcPts val="0"/>
              </a:spcBef>
              <a:spcAft>
                <a:spcPts val="0"/>
              </a:spcAft>
              <a:buClr>
                <a:schemeClr val="dk1"/>
              </a:buClr>
              <a:buSzPts val="2800"/>
              <a:buNone/>
              <a:defRPr sz="2800">
                <a:solidFill>
                  <a:schemeClr val="dk1"/>
                </a:solidFill>
              </a:defRPr>
            </a:lvl4pPr>
            <a:lvl5pPr lvl="4" rtl="0" algn="ctr">
              <a:lnSpc>
                <a:spcPct val="100000"/>
              </a:lnSpc>
              <a:spcBef>
                <a:spcPts val="0"/>
              </a:spcBef>
              <a:spcAft>
                <a:spcPts val="0"/>
              </a:spcAft>
              <a:buClr>
                <a:schemeClr val="dk1"/>
              </a:buClr>
              <a:buSzPts val="2800"/>
              <a:buNone/>
              <a:defRPr sz="2800">
                <a:solidFill>
                  <a:schemeClr val="dk1"/>
                </a:solidFill>
              </a:defRPr>
            </a:lvl5pPr>
            <a:lvl6pPr lvl="5" rtl="0" algn="ctr">
              <a:lnSpc>
                <a:spcPct val="100000"/>
              </a:lnSpc>
              <a:spcBef>
                <a:spcPts val="0"/>
              </a:spcBef>
              <a:spcAft>
                <a:spcPts val="0"/>
              </a:spcAft>
              <a:buClr>
                <a:schemeClr val="dk1"/>
              </a:buClr>
              <a:buSzPts val="2800"/>
              <a:buNone/>
              <a:defRPr sz="2800">
                <a:solidFill>
                  <a:schemeClr val="dk1"/>
                </a:solidFill>
              </a:defRPr>
            </a:lvl6pPr>
            <a:lvl7pPr lvl="6" rtl="0" algn="ctr">
              <a:lnSpc>
                <a:spcPct val="100000"/>
              </a:lnSpc>
              <a:spcBef>
                <a:spcPts val="0"/>
              </a:spcBef>
              <a:spcAft>
                <a:spcPts val="0"/>
              </a:spcAft>
              <a:buClr>
                <a:schemeClr val="dk1"/>
              </a:buClr>
              <a:buSzPts val="2800"/>
              <a:buNone/>
              <a:defRPr sz="2800">
                <a:solidFill>
                  <a:schemeClr val="dk1"/>
                </a:solidFill>
              </a:defRPr>
            </a:lvl7pPr>
            <a:lvl8pPr lvl="7" rtl="0" algn="ctr">
              <a:lnSpc>
                <a:spcPct val="100000"/>
              </a:lnSpc>
              <a:spcBef>
                <a:spcPts val="0"/>
              </a:spcBef>
              <a:spcAft>
                <a:spcPts val="0"/>
              </a:spcAft>
              <a:buClr>
                <a:schemeClr val="dk1"/>
              </a:buClr>
              <a:buSzPts val="2800"/>
              <a:buNone/>
              <a:defRPr sz="2800">
                <a:solidFill>
                  <a:schemeClr val="dk1"/>
                </a:solidFill>
              </a:defRPr>
            </a:lvl8pPr>
            <a:lvl9pPr lvl="8" rtl="0" algn="ctr">
              <a:lnSpc>
                <a:spcPct val="100000"/>
              </a:lnSpc>
              <a:spcBef>
                <a:spcPts val="0"/>
              </a:spcBef>
              <a:spcAft>
                <a:spcPts val="0"/>
              </a:spcAft>
              <a:buClr>
                <a:schemeClr val="dk1"/>
              </a:buClr>
              <a:buSzPts val="2800"/>
              <a:buNone/>
              <a:defRPr sz="2800">
                <a:solidFill>
                  <a:schemeClr val="dk1"/>
                </a:solidFill>
              </a:defRPr>
            </a:lvl9pPr>
          </a:lstStyle>
          <a:p/>
        </p:txBody>
      </p:sp>
      <p:sp>
        <p:nvSpPr>
          <p:cNvPr id="12" name="Google Shape;12;p2"/>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pPr indent="0" lvl="0" marL="0" rtl="0" algn="r">
              <a:spcBef>
                <a:spcPts val="0"/>
              </a:spcBef>
              <a:spcAft>
                <a:spcPts val="0"/>
              </a:spcAft>
              <a:buNone/>
            </a:pPr>
            <a:fld id="{00000000-1234-1234-1234-123412341234}" type="slidenum">
              <a:rPr lang="ja"/>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bg>
      <p:bgPr>
        <a:solidFill>
          <a:schemeClr val="lt1"/>
        </a:solidFill>
      </p:bgPr>
    </p:bg>
    <p:spTree>
      <p:nvGrpSpPr>
        <p:cNvPr id="13" name="Shape 13"/>
        <p:cNvGrpSpPr/>
        <p:nvPr/>
      </p:nvGrpSpPr>
      <p:grpSpPr>
        <a:xfrm>
          <a:off x="0" y="0"/>
          <a:ext cx="0" cy="0"/>
          <a:chOff x="0" y="0"/>
          <a:chExt cx="0" cy="0"/>
        </a:xfrm>
      </p:grpSpPr>
      <p:sp>
        <p:nvSpPr>
          <p:cNvPr id="14" name="Google Shape;14;p3"/>
          <p:cNvSpPr txBox="1"/>
          <p:nvPr>
            <p:ph type="title"/>
          </p:nvPr>
        </p:nvSpPr>
        <p:spPr>
          <a:xfrm>
            <a:off x="311700" y="2150850"/>
            <a:ext cx="8520600" cy="841800"/>
          </a:xfrm>
          <a:prstGeom prst="rect">
            <a:avLst/>
          </a:prstGeom>
        </p:spPr>
        <p:txBody>
          <a:bodyPr anchorCtr="0" anchor="ctr" bIns="91425" lIns="91425" spcFirstLastPara="1" rIns="91425" wrap="square" tIns="91425">
            <a:noAutofit/>
          </a:bodyPr>
          <a:lstStyle>
            <a:lvl1pPr lvl="0" rtl="0" algn="ctr">
              <a:spcBef>
                <a:spcPts val="0"/>
              </a:spcBef>
              <a:spcAft>
                <a:spcPts val="0"/>
              </a:spcAft>
              <a:buSzPts val="3600"/>
              <a:buFont typeface="M PLUS 1p ExtraBold"/>
              <a:buNone/>
              <a:defRPr sz="3600">
                <a:latin typeface="M PLUS 1p ExtraBold"/>
                <a:ea typeface="M PLUS 1p ExtraBold"/>
                <a:cs typeface="M PLUS 1p ExtraBold"/>
                <a:sym typeface="M PLUS 1p ExtraBold"/>
              </a:defRPr>
            </a:lvl1pPr>
            <a:lvl2pPr lvl="1" rtl="0" algn="ctr">
              <a:spcBef>
                <a:spcPts val="0"/>
              </a:spcBef>
              <a:spcAft>
                <a:spcPts val="0"/>
              </a:spcAft>
              <a:buSzPts val="3600"/>
              <a:buNone/>
              <a:defRPr sz="3600"/>
            </a:lvl2pPr>
            <a:lvl3pPr lvl="2" rtl="0" algn="ctr">
              <a:spcBef>
                <a:spcPts val="0"/>
              </a:spcBef>
              <a:spcAft>
                <a:spcPts val="0"/>
              </a:spcAft>
              <a:buSzPts val="3600"/>
              <a:buNone/>
              <a:defRPr sz="3600"/>
            </a:lvl3pPr>
            <a:lvl4pPr lvl="3" rtl="0" algn="ctr">
              <a:spcBef>
                <a:spcPts val="0"/>
              </a:spcBef>
              <a:spcAft>
                <a:spcPts val="0"/>
              </a:spcAft>
              <a:buSzPts val="3600"/>
              <a:buNone/>
              <a:defRPr sz="3600"/>
            </a:lvl4pPr>
            <a:lvl5pPr lvl="4" rtl="0" algn="ctr">
              <a:spcBef>
                <a:spcPts val="0"/>
              </a:spcBef>
              <a:spcAft>
                <a:spcPts val="0"/>
              </a:spcAft>
              <a:buSzPts val="3600"/>
              <a:buNone/>
              <a:defRPr sz="3600"/>
            </a:lvl5pPr>
            <a:lvl6pPr lvl="5" rtl="0" algn="ctr">
              <a:spcBef>
                <a:spcPts val="0"/>
              </a:spcBef>
              <a:spcAft>
                <a:spcPts val="0"/>
              </a:spcAft>
              <a:buSzPts val="3600"/>
              <a:buNone/>
              <a:defRPr sz="3600"/>
            </a:lvl6pPr>
            <a:lvl7pPr lvl="6" rtl="0" algn="ctr">
              <a:spcBef>
                <a:spcPts val="0"/>
              </a:spcBef>
              <a:spcAft>
                <a:spcPts val="0"/>
              </a:spcAft>
              <a:buSzPts val="3600"/>
              <a:buNone/>
              <a:defRPr sz="3600"/>
            </a:lvl7pPr>
            <a:lvl8pPr lvl="7" rtl="0" algn="ctr">
              <a:spcBef>
                <a:spcPts val="0"/>
              </a:spcBef>
              <a:spcAft>
                <a:spcPts val="0"/>
              </a:spcAft>
              <a:buSzPts val="3600"/>
              <a:buNone/>
              <a:defRPr sz="3600"/>
            </a:lvl8pPr>
            <a:lvl9pPr lvl="8" rtl="0" algn="ctr">
              <a:spcBef>
                <a:spcPts val="0"/>
              </a:spcBef>
              <a:spcAft>
                <a:spcPts val="0"/>
              </a:spcAft>
              <a:buSzPts val="3600"/>
              <a:buNone/>
              <a:defRPr sz="3600"/>
            </a:lvl9pPr>
          </a:lstStyle>
          <a:p/>
        </p:txBody>
      </p:sp>
      <p:sp>
        <p:nvSpPr>
          <p:cNvPr id="15" name="Google Shape;15;p3"/>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pPr indent="0" lvl="0" marL="0" rtl="0" algn="r">
              <a:spcBef>
                <a:spcPts val="0"/>
              </a:spcBef>
              <a:spcAft>
                <a:spcPts val="0"/>
              </a:spcAft>
              <a:buNone/>
            </a:pPr>
            <a:fld id="{00000000-1234-1234-1234-123412341234}" type="slidenum">
              <a:rPr lang="ja"/>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16" name="Shape 16"/>
        <p:cNvGrpSpPr/>
        <p:nvPr/>
      </p:nvGrpSpPr>
      <p:grpSpPr>
        <a:xfrm>
          <a:off x="0" y="0"/>
          <a:ext cx="0" cy="0"/>
          <a:chOff x="0" y="0"/>
          <a:chExt cx="0" cy="0"/>
        </a:xfrm>
      </p:grpSpPr>
      <p:sp>
        <p:nvSpPr>
          <p:cNvPr id="17" name="Google Shape;17;p4"/>
          <p:cNvSpPr txBox="1"/>
          <p:nvPr>
            <p:ph type="title"/>
          </p:nvPr>
        </p:nvSpPr>
        <p:spPr>
          <a:xfrm>
            <a:off x="311700" y="342225"/>
            <a:ext cx="8520600" cy="572700"/>
          </a:xfrm>
          <a:prstGeom prst="rect">
            <a:avLst/>
          </a:prstGeom>
        </p:spPr>
        <p:txBody>
          <a:bodyPr anchorCtr="0" anchor="t" bIns="91425" lIns="91425" spcFirstLastPara="1" rIns="91425" wrap="square" tIns="91425">
            <a:noAutofit/>
          </a:bodyPr>
          <a:lstStyle>
            <a:lvl1pPr lvl="0" rtl="0">
              <a:spcBef>
                <a:spcPts val="0"/>
              </a:spcBef>
              <a:spcAft>
                <a:spcPts val="0"/>
              </a:spcAft>
              <a:buSzPts val="2200"/>
              <a:buFont typeface="M PLUS 1p ExtraBold"/>
              <a:buNone/>
              <a:defRPr b="0" sz="2200">
                <a:latin typeface="M PLUS 1p ExtraBold"/>
                <a:ea typeface="M PLUS 1p ExtraBold"/>
                <a:cs typeface="M PLUS 1p ExtraBold"/>
                <a:sym typeface="M PLUS 1p ExtraBold"/>
              </a:defRPr>
            </a:lvl1pPr>
            <a:lvl2pPr lvl="1" rtl="0">
              <a:spcBef>
                <a:spcPts val="0"/>
              </a:spcBef>
              <a:spcAft>
                <a:spcPts val="0"/>
              </a:spcAft>
              <a:buSzPts val="2200"/>
              <a:buFont typeface="M PLUS 1p ExtraBold"/>
              <a:buNone/>
              <a:defRPr b="0" sz="2200">
                <a:latin typeface="M PLUS 1p ExtraBold"/>
                <a:ea typeface="M PLUS 1p ExtraBold"/>
                <a:cs typeface="M PLUS 1p ExtraBold"/>
                <a:sym typeface="M PLUS 1p ExtraBold"/>
              </a:defRPr>
            </a:lvl2pPr>
            <a:lvl3pPr lvl="2" rtl="0">
              <a:spcBef>
                <a:spcPts val="0"/>
              </a:spcBef>
              <a:spcAft>
                <a:spcPts val="0"/>
              </a:spcAft>
              <a:buSzPts val="2200"/>
              <a:buFont typeface="M PLUS 1p ExtraBold"/>
              <a:buNone/>
              <a:defRPr b="0" sz="2200">
                <a:latin typeface="M PLUS 1p ExtraBold"/>
                <a:ea typeface="M PLUS 1p ExtraBold"/>
                <a:cs typeface="M PLUS 1p ExtraBold"/>
                <a:sym typeface="M PLUS 1p ExtraBold"/>
              </a:defRPr>
            </a:lvl3pPr>
            <a:lvl4pPr lvl="3" rtl="0">
              <a:spcBef>
                <a:spcPts val="0"/>
              </a:spcBef>
              <a:spcAft>
                <a:spcPts val="0"/>
              </a:spcAft>
              <a:buSzPts val="2200"/>
              <a:buFont typeface="M PLUS 1p ExtraBold"/>
              <a:buNone/>
              <a:defRPr b="0" sz="2200">
                <a:latin typeface="M PLUS 1p ExtraBold"/>
                <a:ea typeface="M PLUS 1p ExtraBold"/>
                <a:cs typeface="M PLUS 1p ExtraBold"/>
                <a:sym typeface="M PLUS 1p ExtraBold"/>
              </a:defRPr>
            </a:lvl4pPr>
            <a:lvl5pPr lvl="4" rtl="0">
              <a:spcBef>
                <a:spcPts val="0"/>
              </a:spcBef>
              <a:spcAft>
                <a:spcPts val="0"/>
              </a:spcAft>
              <a:buSzPts val="2200"/>
              <a:buFont typeface="M PLUS 1p ExtraBold"/>
              <a:buNone/>
              <a:defRPr b="0" sz="2200">
                <a:latin typeface="M PLUS 1p ExtraBold"/>
                <a:ea typeface="M PLUS 1p ExtraBold"/>
                <a:cs typeface="M PLUS 1p ExtraBold"/>
                <a:sym typeface="M PLUS 1p ExtraBold"/>
              </a:defRPr>
            </a:lvl5pPr>
            <a:lvl6pPr lvl="5" rtl="0">
              <a:spcBef>
                <a:spcPts val="0"/>
              </a:spcBef>
              <a:spcAft>
                <a:spcPts val="0"/>
              </a:spcAft>
              <a:buSzPts val="2200"/>
              <a:buFont typeface="M PLUS 1p ExtraBold"/>
              <a:buNone/>
              <a:defRPr b="0" sz="2200">
                <a:latin typeface="M PLUS 1p ExtraBold"/>
                <a:ea typeface="M PLUS 1p ExtraBold"/>
                <a:cs typeface="M PLUS 1p ExtraBold"/>
                <a:sym typeface="M PLUS 1p ExtraBold"/>
              </a:defRPr>
            </a:lvl6pPr>
            <a:lvl7pPr lvl="6" rtl="0">
              <a:spcBef>
                <a:spcPts val="0"/>
              </a:spcBef>
              <a:spcAft>
                <a:spcPts val="0"/>
              </a:spcAft>
              <a:buSzPts val="2200"/>
              <a:buFont typeface="M PLUS 1p ExtraBold"/>
              <a:buNone/>
              <a:defRPr b="0" sz="2200">
                <a:latin typeface="M PLUS 1p ExtraBold"/>
                <a:ea typeface="M PLUS 1p ExtraBold"/>
                <a:cs typeface="M PLUS 1p ExtraBold"/>
                <a:sym typeface="M PLUS 1p ExtraBold"/>
              </a:defRPr>
            </a:lvl7pPr>
            <a:lvl8pPr lvl="7" rtl="0">
              <a:spcBef>
                <a:spcPts val="0"/>
              </a:spcBef>
              <a:spcAft>
                <a:spcPts val="0"/>
              </a:spcAft>
              <a:buSzPts val="2200"/>
              <a:buFont typeface="M PLUS 1p ExtraBold"/>
              <a:buNone/>
              <a:defRPr b="0" sz="2200">
                <a:latin typeface="M PLUS 1p ExtraBold"/>
                <a:ea typeface="M PLUS 1p ExtraBold"/>
                <a:cs typeface="M PLUS 1p ExtraBold"/>
                <a:sym typeface="M PLUS 1p ExtraBold"/>
              </a:defRPr>
            </a:lvl8pPr>
            <a:lvl9pPr lvl="8" rtl="0">
              <a:spcBef>
                <a:spcPts val="0"/>
              </a:spcBef>
              <a:spcAft>
                <a:spcPts val="0"/>
              </a:spcAft>
              <a:buSzPts val="2200"/>
              <a:buFont typeface="M PLUS 1p ExtraBold"/>
              <a:buNone/>
              <a:defRPr b="0" sz="2200">
                <a:latin typeface="M PLUS 1p ExtraBold"/>
                <a:ea typeface="M PLUS 1p ExtraBold"/>
                <a:cs typeface="M PLUS 1p ExtraBold"/>
                <a:sym typeface="M PLUS 1p ExtraBold"/>
              </a:defRPr>
            </a:lvl9pPr>
          </a:lstStyle>
          <a:p/>
        </p:txBody>
      </p:sp>
      <p:sp>
        <p:nvSpPr>
          <p:cNvPr id="18" name="Google Shape;18;p4"/>
          <p:cNvSpPr txBox="1"/>
          <p:nvPr>
            <p:ph idx="1" type="body"/>
          </p:nvPr>
        </p:nvSpPr>
        <p:spPr>
          <a:xfrm>
            <a:off x="311700" y="1066700"/>
            <a:ext cx="8520600" cy="3502200"/>
          </a:xfrm>
          <a:prstGeom prst="rect">
            <a:avLst/>
          </a:prstGeom>
        </p:spPr>
        <p:txBody>
          <a:bodyPr anchorCtr="0" anchor="t" bIns="91425" lIns="91425" spcFirstLastPara="1" rIns="91425" wrap="square" tIns="91425">
            <a:noAutofit/>
          </a:bodyPr>
          <a:lstStyle>
            <a:lvl1pPr indent="-355600" lvl="0" marL="457200" rtl="0">
              <a:lnSpc>
                <a:spcPct val="150000"/>
              </a:lnSpc>
              <a:spcBef>
                <a:spcPts val="0"/>
              </a:spcBef>
              <a:spcAft>
                <a:spcPts val="0"/>
              </a:spcAft>
              <a:buClr>
                <a:schemeClr val="dk1"/>
              </a:buClr>
              <a:buSzPts val="2000"/>
              <a:buChar char="●"/>
              <a:defRPr sz="2000">
                <a:solidFill>
                  <a:schemeClr val="dk1"/>
                </a:solidFill>
              </a:defRPr>
            </a:lvl1pPr>
            <a:lvl2pPr indent="-355600" lvl="1" marL="914400" rtl="0">
              <a:lnSpc>
                <a:spcPct val="150000"/>
              </a:lnSpc>
              <a:spcBef>
                <a:spcPts val="1000"/>
              </a:spcBef>
              <a:spcAft>
                <a:spcPts val="0"/>
              </a:spcAft>
              <a:buClr>
                <a:schemeClr val="dk1"/>
              </a:buClr>
              <a:buSzPts val="2000"/>
              <a:buChar char="○"/>
              <a:defRPr sz="2000">
                <a:solidFill>
                  <a:schemeClr val="dk1"/>
                </a:solidFill>
              </a:defRPr>
            </a:lvl2pPr>
            <a:lvl3pPr indent="-355600" lvl="2" marL="1371600" rtl="0">
              <a:lnSpc>
                <a:spcPct val="150000"/>
              </a:lnSpc>
              <a:spcBef>
                <a:spcPts val="1000"/>
              </a:spcBef>
              <a:spcAft>
                <a:spcPts val="0"/>
              </a:spcAft>
              <a:buClr>
                <a:schemeClr val="dk1"/>
              </a:buClr>
              <a:buSzPts val="2000"/>
              <a:buChar char="■"/>
              <a:defRPr sz="2000">
                <a:solidFill>
                  <a:schemeClr val="dk1"/>
                </a:solidFill>
              </a:defRPr>
            </a:lvl3pPr>
            <a:lvl4pPr indent="-355600" lvl="3" marL="1828800" rtl="0">
              <a:lnSpc>
                <a:spcPct val="150000"/>
              </a:lnSpc>
              <a:spcBef>
                <a:spcPts val="1000"/>
              </a:spcBef>
              <a:spcAft>
                <a:spcPts val="0"/>
              </a:spcAft>
              <a:buClr>
                <a:schemeClr val="dk1"/>
              </a:buClr>
              <a:buSzPts val="2000"/>
              <a:buChar char="●"/>
              <a:defRPr sz="2000">
                <a:solidFill>
                  <a:schemeClr val="dk1"/>
                </a:solidFill>
              </a:defRPr>
            </a:lvl4pPr>
            <a:lvl5pPr indent="-355600" lvl="4" marL="2286000" rtl="0">
              <a:lnSpc>
                <a:spcPct val="150000"/>
              </a:lnSpc>
              <a:spcBef>
                <a:spcPts val="1000"/>
              </a:spcBef>
              <a:spcAft>
                <a:spcPts val="0"/>
              </a:spcAft>
              <a:buClr>
                <a:schemeClr val="dk1"/>
              </a:buClr>
              <a:buSzPts val="2000"/>
              <a:buChar char="○"/>
              <a:defRPr sz="2000">
                <a:solidFill>
                  <a:schemeClr val="dk1"/>
                </a:solidFill>
              </a:defRPr>
            </a:lvl5pPr>
            <a:lvl6pPr indent="-355600" lvl="5" marL="2743200" rtl="0">
              <a:lnSpc>
                <a:spcPct val="150000"/>
              </a:lnSpc>
              <a:spcBef>
                <a:spcPts val="1000"/>
              </a:spcBef>
              <a:spcAft>
                <a:spcPts val="0"/>
              </a:spcAft>
              <a:buClr>
                <a:schemeClr val="dk1"/>
              </a:buClr>
              <a:buSzPts val="2000"/>
              <a:buChar char="■"/>
              <a:defRPr sz="2000">
                <a:solidFill>
                  <a:schemeClr val="dk1"/>
                </a:solidFill>
              </a:defRPr>
            </a:lvl6pPr>
            <a:lvl7pPr indent="-355600" lvl="6" marL="3200400" rtl="0">
              <a:lnSpc>
                <a:spcPct val="150000"/>
              </a:lnSpc>
              <a:spcBef>
                <a:spcPts val="1000"/>
              </a:spcBef>
              <a:spcAft>
                <a:spcPts val="0"/>
              </a:spcAft>
              <a:buClr>
                <a:schemeClr val="dk1"/>
              </a:buClr>
              <a:buSzPts val="2000"/>
              <a:buChar char="●"/>
              <a:defRPr sz="2000">
                <a:solidFill>
                  <a:schemeClr val="dk1"/>
                </a:solidFill>
              </a:defRPr>
            </a:lvl7pPr>
            <a:lvl8pPr indent="-355600" lvl="7" marL="3657600" rtl="0">
              <a:lnSpc>
                <a:spcPct val="150000"/>
              </a:lnSpc>
              <a:spcBef>
                <a:spcPts val="1000"/>
              </a:spcBef>
              <a:spcAft>
                <a:spcPts val="0"/>
              </a:spcAft>
              <a:buClr>
                <a:schemeClr val="dk1"/>
              </a:buClr>
              <a:buSzPts val="2000"/>
              <a:buChar char="○"/>
              <a:defRPr sz="2000">
                <a:solidFill>
                  <a:schemeClr val="dk1"/>
                </a:solidFill>
              </a:defRPr>
            </a:lvl8pPr>
            <a:lvl9pPr indent="-355600" lvl="8" marL="4114800" rtl="0">
              <a:lnSpc>
                <a:spcPct val="150000"/>
              </a:lnSpc>
              <a:spcBef>
                <a:spcPts val="1000"/>
              </a:spcBef>
              <a:spcAft>
                <a:spcPts val="1000"/>
              </a:spcAft>
              <a:buSzPts val="2000"/>
              <a:buChar char="■"/>
              <a:defRPr sz="2000"/>
            </a:lvl9pPr>
          </a:lstStyle>
          <a:p/>
        </p:txBody>
      </p:sp>
      <p:sp>
        <p:nvSpPr>
          <p:cNvPr id="19" name="Google Shape;19;p4"/>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pPr indent="0" lvl="0" marL="0" rtl="0" algn="r">
              <a:spcBef>
                <a:spcPts val="0"/>
              </a:spcBef>
              <a:spcAft>
                <a:spcPts val="0"/>
              </a:spcAft>
              <a:buNone/>
            </a:pPr>
            <a:fld id="{00000000-1234-1234-1234-123412341234}" type="slidenum">
              <a:rPr lang="ja"/>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2.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simple-light-2">
    <p:bg>
      <p:bgPr>
        <a:solidFill>
          <a:schemeClr val="lt1"/>
        </a:solidFill>
      </p:bgPr>
    </p:bg>
    <p:spTree>
      <p:nvGrpSpPr>
        <p:cNvPr id="5" name="Shape 5"/>
        <p:cNvGrpSpPr/>
        <p:nvPr/>
      </p:nvGrpSpPr>
      <p:grpSpPr>
        <a:xfrm>
          <a:off x="0" y="0"/>
          <a:ext cx="0" cy="0"/>
          <a:chOff x="0" y="0"/>
          <a:chExt cx="0" cy="0"/>
        </a:xfrm>
      </p:grpSpPr>
      <p:sp>
        <p:nvSpPr>
          <p:cNvPr id="6" name="Google Shape;6;p1"/>
          <p:cNvSpPr txBox="1"/>
          <p:nvPr>
            <p:ph type="title"/>
          </p:nvPr>
        </p:nvSpPr>
        <p:spPr>
          <a:xfrm>
            <a:off x="311700" y="445025"/>
            <a:ext cx="8520600" cy="572700"/>
          </a:xfrm>
          <a:prstGeom prst="rect">
            <a:avLst/>
          </a:prstGeom>
          <a:noFill/>
          <a:ln>
            <a:noFill/>
          </a:ln>
        </p:spPr>
        <p:txBody>
          <a:bodyPr anchorCtr="0" anchor="t" bIns="91425" lIns="91425" spcFirstLastPara="1" rIns="91425" wrap="square" tIns="91425">
            <a:normAutofit/>
          </a:bodyPr>
          <a:lstStyle>
            <a:lvl1pPr lvl="0" rtl="0">
              <a:spcBef>
                <a:spcPts val="0"/>
              </a:spcBef>
              <a:spcAft>
                <a:spcPts val="0"/>
              </a:spcAft>
              <a:buClr>
                <a:schemeClr val="dk1"/>
              </a:buClr>
              <a:buSzPts val="2800"/>
              <a:buFont typeface="Noto Sans JP"/>
              <a:buNone/>
              <a:defRPr b="1" sz="2800">
                <a:solidFill>
                  <a:schemeClr val="dk1"/>
                </a:solidFill>
                <a:latin typeface="Noto Sans JP"/>
                <a:ea typeface="Noto Sans JP"/>
                <a:cs typeface="Noto Sans JP"/>
                <a:sym typeface="Noto Sans JP"/>
              </a:defRPr>
            </a:lvl1pPr>
            <a:lvl2pPr lvl="1" rtl="0">
              <a:spcBef>
                <a:spcPts val="0"/>
              </a:spcBef>
              <a:spcAft>
                <a:spcPts val="0"/>
              </a:spcAft>
              <a:buClr>
                <a:schemeClr val="dk1"/>
              </a:buClr>
              <a:buSzPts val="2800"/>
              <a:buFont typeface="Noto Sans JP"/>
              <a:buNone/>
              <a:defRPr b="1" sz="2800">
                <a:solidFill>
                  <a:schemeClr val="dk1"/>
                </a:solidFill>
                <a:latin typeface="Noto Sans JP"/>
                <a:ea typeface="Noto Sans JP"/>
                <a:cs typeface="Noto Sans JP"/>
                <a:sym typeface="Noto Sans JP"/>
              </a:defRPr>
            </a:lvl2pPr>
            <a:lvl3pPr lvl="2" rtl="0">
              <a:spcBef>
                <a:spcPts val="0"/>
              </a:spcBef>
              <a:spcAft>
                <a:spcPts val="0"/>
              </a:spcAft>
              <a:buClr>
                <a:schemeClr val="dk1"/>
              </a:buClr>
              <a:buSzPts val="2800"/>
              <a:buFont typeface="Noto Sans JP"/>
              <a:buNone/>
              <a:defRPr b="1" sz="2800">
                <a:solidFill>
                  <a:schemeClr val="dk1"/>
                </a:solidFill>
                <a:latin typeface="Noto Sans JP"/>
                <a:ea typeface="Noto Sans JP"/>
                <a:cs typeface="Noto Sans JP"/>
                <a:sym typeface="Noto Sans JP"/>
              </a:defRPr>
            </a:lvl3pPr>
            <a:lvl4pPr lvl="3" rtl="0">
              <a:spcBef>
                <a:spcPts val="0"/>
              </a:spcBef>
              <a:spcAft>
                <a:spcPts val="0"/>
              </a:spcAft>
              <a:buClr>
                <a:schemeClr val="dk1"/>
              </a:buClr>
              <a:buSzPts val="2800"/>
              <a:buFont typeface="Noto Sans JP"/>
              <a:buNone/>
              <a:defRPr b="1" sz="2800">
                <a:solidFill>
                  <a:schemeClr val="dk1"/>
                </a:solidFill>
                <a:latin typeface="Noto Sans JP"/>
                <a:ea typeface="Noto Sans JP"/>
                <a:cs typeface="Noto Sans JP"/>
                <a:sym typeface="Noto Sans JP"/>
              </a:defRPr>
            </a:lvl4pPr>
            <a:lvl5pPr lvl="4" rtl="0">
              <a:spcBef>
                <a:spcPts val="0"/>
              </a:spcBef>
              <a:spcAft>
                <a:spcPts val="0"/>
              </a:spcAft>
              <a:buClr>
                <a:schemeClr val="dk1"/>
              </a:buClr>
              <a:buSzPts val="2800"/>
              <a:buFont typeface="Noto Sans JP"/>
              <a:buNone/>
              <a:defRPr b="1" sz="2800">
                <a:solidFill>
                  <a:schemeClr val="dk1"/>
                </a:solidFill>
                <a:latin typeface="Noto Sans JP"/>
                <a:ea typeface="Noto Sans JP"/>
                <a:cs typeface="Noto Sans JP"/>
                <a:sym typeface="Noto Sans JP"/>
              </a:defRPr>
            </a:lvl5pPr>
            <a:lvl6pPr lvl="5" rtl="0">
              <a:spcBef>
                <a:spcPts val="0"/>
              </a:spcBef>
              <a:spcAft>
                <a:spcPts val="0"/>
              </a:spcAft>
              <a:buClr>
                <a:schemeClr val="dk1"/>
              </a:buClr>
              <a:buSzPts val="2800"/>
              <a:buFont typeface="Noto Sans JP"/>
              <a:buNone/>
              <a:defRPr b="1" sz="2800">
                <a:solidFill>
                  <a:schemeClr val="dk1"/>
                </a:solidFill>
                <a:latin typeface="Noto Sans JP"/>
                <a:ea typeface="Noto Sans JP"/>
                <a:cs typeface="Noto Sans JP"/>
                <a:sym typeface="Noto Sans JP"/>
              </a:defRPr>
            </a:lvl6pPr>
            <a:lvl7pPr lvl="6" rtl="0">
              <a:spcBef>
                <a:spcPts val="0"/>
              </a:spcBef>
              <a:spcAft>
                <a:spcPts val="0"/>
              </a:spcAft>
              <a:buClr>
                <a:schemeClr val="dk1"/>
              </a:buClr>
              <a:buSzPts val="2800"/>
              <a:buFont typeface="Noto Sans JP"/>
              <a:buNone/>
              <a:defRPr b="1" sz="2800">
                <a:solidFill>
                  <a:schemeClr val="dk1"/>
                </a:solidFill>
                <a:latin typeface="Noto Sans JP"/>
                <a:ea typeface="Noto Sans JP"/>
                <a:cs typeface="Noto Sans JP"/>
                <a:sym typeface="Noto Sans JP"/>
              </a:defRPr>
            </a:lvl7pPr>
            <a:lvl8pPr lvl="7" rtl="0">
              <a:spcBef>
                <a:spcPts val="0"/>
              </a:spcBef>
              <a:spcAft>
                <a:spcPts val="0"/>
              </a:spcAft>
              <a:buClr>
                <a:schemeClr val="dk1"/>
              </a:buClr>
              <a:buSzPts val="2800"/>
              <a:buFont typeface="Noto Sans JP"/>
              <a:buNone/>
              <a:defRPr b="1" sz="2800">
                <a:solidFill>
                  <a:schemeClr val="dk1"/>
                </a:solidFill>
                <a:latin typeface="Noto Sans JP"/>
                <a:ea typeface="Noto Sans JP"/>
                <a:cs typeface="Noto Sans JP"/>
                <a:sym typeface="Noto Sans JP"/>
              </a:defRPr>
            </a:lvl8pPr>
            <a:lvl9pPr lvl="8" rtl="0">
              <a:spcBef>
                <a:spcPts val="0"/>
              </a:spcBef>
              <a:spcAft>
                <a:spcPts val="0"/>
              </a:spcAft>
              <a:buClr>
                <a:schemeClr val="dk1"/>
              </a:buClr>
              <a:buSzPts val="2800"/>
              <a:buFont typeface="Noto Sans JP"/>
              <a:buNone/>
              <a:defRPr b="1" sz="2800">
                <a:solidFill>
                  <a:schemeClr val="dk1"/>
                </a:solidFill>
                <a:latin typeface="Noto Sans JP"/>
                <a:ea typeface="Noto Sans JP"/>
                <a:cs typeface="Noto Sans JP"/>
                <a:sym typeface="Noto Sans JP"/>
              </a:defRPr>
            </a:lvl9pPr>
          </a:lstStyle>
          <a:p/>
        </p:txBody>
      </p:sp>
      <p:sp>
        <p:nvSpPr>
          <p:cNvPr id="7" name="Google Shape;7;p1"/>
          <p:cNvSpPr txBox="1"/>
          <p:nvPr>
            <p:ph idx="1" type="body"/>
          </p:nvPr>
        </p:nvSpPr>
        <p:spPr>
          <a:xfrm>
            <a:off x="311700" y="1152475"/>
            <a:ext cx="8520600" cy="3416400"/>
          </a:xfrm>
          <a:prstGeom prst="rect">
            <a:avLst/>
          </a:prstGeom>
          <a:noFill/>
          <a:ln>
            <a:noFill/>
          </a:ln>
        </p:spPr>
        <p:txBody>
          <a:bodyPr anchorCtr="0" anchor="t" bIns="91425" lIns="91425" spcFirstLastPara="1" rIns="91425" wrap="square" tIns="91425">
            <a:normAutofit/>
          </a:bodyPr>
          <a:lstStyle>
            <a:lvl1pPr indent="-342900" lvl="0" marL="457200" rtl="0">
              <a:lnSpc>
                <a:spcPct val="115000"/>
              </a:lnSpc>
              <a:spcBef>
                <a:spcPts val="0"/>
              </a:spcBef>
              <a:spcAft>
                <a:spcPts val="0"/>
              </a:spcAft>
              <a:buClr>
                <a:schemeClr val="dk1"/>
              </a:buClr>
              <a:buSzPts val="1800"/>
              <a:buFont typeface="Noto Sans JP"/>
              <a:buChar char="●"/>
              <a:defRPr b="1" sz="1800">
                <a:solidFill>
                  <a:schemeClr val="dk1"/>
                </a:solidFill>
                <a:latin typeface="Noto Sans JP"/>
                <a:ea typeface="Noto Sans JP"/>
                <a:cs typeface="Noto Sans JP"/>
                <a:sym typeface="Noto Sans JP"/>
              </a:defRPr>
            </a:lvl1pPr>
            <a:lvl2pPr indent="-317500" lvl="1" marL="914400" rtl="0">
              <a:lnSpc>
                <a:spcPct val="115000"/>
              </a:lnSpc>
              <a:spcBef>
                <a:spcPts val="0"/>
              </a:spcBef>
              <a:spcAft>
                <a:spcPts val="0"/>
              </a:spcAft>
              <a:buClr>
                <a:schemeClr val="dk1"/>
              </a:buClr>
              <a:buSzPts val="1400"/>
              <a:buFont typeface="Noto Sans JP"/>
              <a:buChar char="○"/>
              <a:defRPr b="1">
                <a:solidFill>
                  <a:schemeClr val="dk1"/>
                </a:solidFill>
                <a:latin typeface="Noto Sans JP"/>
                <a:ea typeface="Noto Sans JP"/>
                <a:cs typeface="Noto Sans JP"/>
                <a:sym typeface="Noto Sans JP"/>
              </a:defRPr>
            </a:lvl2pPr>
            <a:lvl3pPr indent="-317500" lvl="2" marL="1371600" rtl="0">
              <a:lnSpc>
                <a:spcPct val="115000"/>
              </a:lnSpc>
              <a:spcBef>
                <a:spcPts val="0"/>
              </a:spcBef>
              <a:spcAft>
                <a:spcPts val="0"/>
              </a:spcAft>
              <a:buClr>
                <a:schemeClr val="dk1"/>
              </a:buClr>
              <a:buSzPts val="1400"/>
              <a:buFont typeface="Noto Sans JP"/>
              <a:buChar char="■"/>
              <a:defRPr b="1">
                <a:solidFill>
                  <a:schemeClr val="dk1"/>
                </a:solidFill>
                <a:latin typeface="Noto Sans JP"/>
                <a:ea typeface="Noto Sans JP"/>
                <a:cs typeface="Noto Sans JP"/>
                <a:sym typeface="Noto Sans JP"/>
              </a:defRPr>
            </a:lvl3pPr>
            <a:lvl4pPr indent="-317500" lvl="3" marL="1828800" rtl="0">
              <a:lnSpc>
                <a:spcPct val="115000"/>
              </a:lnSpc>
              <a:spcBef>
                <a:spcPts val="0"/>
              </a:spcBef>
              <a:spcAft>
                <a:spcPts val="0"/>
              </a:spcAft>
              <a:buClr>
                <a:schemeClr val="dk1"/>
              </a:buClr>
              <a:buSzPts val="1400"/>
              <a:buFont typeface="Noto Sans JP"/>
              <a:buChar char="●"/>
              <a:defRPr b="1">
                <a:solidFill>
                  <a:schemeClr val="dk1"/>
                </a:solidFill>
                <a:latin typeface="Noto Sans JP"/>
                <a:ea typeface="Noto Sans JP"/>
                <a:cs typeface="Noto Sans JP"/>
                <a:sym typeface="Noto Sans JP"/>
              </a:defRPr>
            </a:lvl4pPr>
            <a:lvl5pPr indent="-317500" lvl="4" marL="2286000" rtl="0">
              <a:lnSpc>
                <a:spcPct val="115000"/>
              </a:lnSpc>
              <a:spcBef>
                <a:spcPts val="0"/>
              </a:spcBef>
              <a:spcAft>
                <a:spcPts val="0"/>
              </a:spcAft>
              <a:buClr>
                <a:schemeClr val="dk1"/>
              </a:buClr>
              <a:buSzPts val="1400"/>
              <a:buFont typeface="Noto Sans JP"/>
              <a:buChar char="○"/>
              <a:defRPr b="1">
                <a:solidFill>
                  <a:schemeClr val="dk1"/>
                </a:solidFill>
                <a:latin typeface="Noto Sans JP"/>
                <a:ea typeface="Noto Sans JP"/>
                <a:cs typeface="Noto Sans JP"/>
                <a:sym typeface="Noto Sans JP"/>
              </a:defRPr>
            </a:lvl5pPr>
            <a:lvl6pPr indent="-317500" lvl="5" marL="2743200" rtl="0">
              <a:lnSpc>
                <a:spcPct val="115000"/>
              </a:lnSpc>
              <a:spcBef>
                <a:spcPts val="0"/>
              </a:spcBef>
              <a:spcAft>
                <a:spcPts val="0"/>
              </a:spcAft>
              <a:buClr>
                <a:schemeClr val="dk1"/>
              </a:buClr>
              <a:buSzPts val="1400"/>
              <a:buFont typeface="Noto Sans JP"/>
              <a:buChar char="■"/>
              <a:defRPr b="1">
                <a:solidFill>
                  <a:schemeClr val="dk1"/>
                </a:solidFill>
                <a:latin typeface="Noto Sans JP"/>
                <a:ea typeface="Noto Sans JP"/>
                <a:cs typeface="Noto Sans JP"/>
                <a:sym typeface="Noto Sans JP"/>
              </a:defRPr>
            </a:lvl6pPr>
            <a:lvl7pPr indent="-317500" lvl="6" marL="3200400" rtl="0">
              <a:lnSpc>
                <a:spcPct val="115000"/>
              </a:lnSpc>
              <a:spcBef>
                <a:spcPts val="0"/>
              </a:spcBef>
              <a:spcAft>
                <a:spcPts val="0"/>
              </a:spcAft>
              <a:buClr>
                <a:schemeClr val="dk1"/>
              </a:buClr>
              <a:buSzPts val="1400"/>
              <a:buFont typeface="Noto Sans JP"/>
              <a:buChar char="●"/>
              <a:defRPr b="1">
                <a:solidFill>
                  <a:schemeClr val="dk1"/>
                </a:solidFill>
                <a:latin typeface="Noto Sans JP"/>
                <a:ea typeface="Noto Sans JP"/>
                <a:cs typeface="Noto Sans JP"/>
                <a:sym typeface="Noto Sans JP"/>
              </a:defRPr>
            </a:lvl7pPr>
            <a:lvl8pPr indent="-317500" lvl="7" marL="3657600" rtl="0">
              <a:lnSpc>
                <a:spcPct val="115000"/>
              </a:lnSpc>
              <a:spcBef>
                <a:spcPts val="0"/>
              </a:spcBef>
              <a:spcAft>
                <a:spcPts val="0"/>
              </a:spcAft>
              <a:buClr>
                <a:schemeClr val="dk1"/>
              </a:buClr>
              <a:buSzPts val="1400"/>
              <a:buFont typeface="Noto Sans JP"/>
              <a:buChar char="○"/>
              <a:defRPr b="1">
                <a:solidFill>
                  <a:schemeClr val="dk1"/>
                </a:solidFill>
                <a:latin typeface="Noto Sans JP"/>
                <a:ea typeface="Noto Sans JP"/>
                <a:cs typeface="Noto Sans JP"/>
                <a:sym typeface="Noto Sans JP"/>
              </a:defRPr>
            </a:lvl8pPr>
            <a:lvl9pPr indent="-317500" lvl="8" marL="4114800" rtl="0">
              <a:lnSpc>
                <a:spcPct val="115000"/>
              </a:lnSpc>
              <a:spcBef>
                <a:spcPts val="0"/>
              </a:spcBef>
              <a:spcAft>
                <a:spcPts val="0"/>
              </a:spcAft>
              <a:buClr>
                <a:schemeClr val="dk1"/>
              </a:buClr>
              <a:buSzPts val="1400"/>
              <a:buFont typeface="Noto Sans JP"/>
              <a:buChar char="■"/>
              <a:defRPr b="1">
                <a:solidFill>
                  <a:schemeClr val="dk1"/>
                </a:solidFill>
                <a:latin typeface="Noto Sans JP"/>
                <a:ea typeface="Noto Sans JP"/>
                <a:cs typeface="Noto Sans JP"/>
                <a:sym typeface="Noto Sans JP"/>
              </a:defRPr>
            </a:lvl9pPr>
          </a:lstStyle>
          <a:p/>
        </p:txBody>
      </p:sp>
      <p:sp>
        <p:nvSpPr>
          <p:cNvPr id="8" name="Google Shape;8;p1"/>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lvl="0" rtl="0" algn="r">
              <a:buNone/>
              <a:defRPr sz="1000">
                <a:solidFill>
                  <a:schemeClr val="dk2"/>
                </a:solidFill>
              </a:defRPr>
            </a:lvl1pPr>
            <a:lvl2pPr lvl="1" rtl="0" algn="r">
              <a:buNone/>
              <a:defRPr sz="1000">
                <a:solidFill>
                  <a:schemeClr val="dk2"/>
                </a:solidFill>
              </a:defRPr>
            </a:lvl2pPr>
            <a:lvl3pPr lvl="2" rtl="0" algn="r">
              <a:buNone/>
              <a:defRPr sz="1000">
                <a:solidFill>
                  <a:schemeClr val="dk2"/>
                </a:solidFill>
              </a:defRPr>
            </a:lvl3pPr>
            <a:lvl4pPr lvl="3" rtl="0" algn="r">
              <a:buNone/>
              <a:defRPr sz="1000">
                <a:solidFill>
                  <a:schemeClr val="dk2"/>
                </a:solidFill>
              </a:defRPr>
            </a:lvl4pPr>
            <a:lvl5pPr lvl="4" rtl="0" algn="r">
              <a:buNone/>
              <a:defRPr sz="1000">
                <a:solidFill>
                  <a:schemeClr val="dk2"/>
                </a:solidFill>
              </a:defRPr>
            </a:lvl5pPr>
            <a:lvl6pPr lvl="5" rtl="0" algn="r">
              <a:buNone/>
              <a:defRPr sz="1000">
                <a:solidFill>
                  <a:schemeClr val="dk2"/>
                </a:solidFill>
              </a:defRPr>
            </a:lvl6pPr>
            <a:lvl7pPr lvl="6" rtl="0" algn="r">
              <a:buNone/>
              <a:defRPr sz="1000">
                <a:solidFill>
                  <a:schemeClr val="dk2"/>
                </a:solidFill>
              </a:defRPr>
            </a:lvl7pPr>
            <a:lvl8pPr lvl="7" rtl="0" algn="r">
              <a:buNone/>
              <a:defRPr sz="1000">
                <a:solidFill>
                  <a:schemeClr val="dk2"/>
                </a:solidFill>
              </a:defRPr>
            </a:lvl8pPr>
            <a:lvl9pPr lvl="8" rtl="0" algn="r">
              <a:buNone/>
              <a:defRPr sz="1000">
                <a:solidFill>
                  <a:schemeClr val="dk2"/>
                </a:solidFill>
              </a:defRPr>
            </a:lvl9pPr>
          </a:lstStyle>
          <a:p>
            <a:pPr indent="0" lvl="0" marL="0" rtl="0" algn="r">
              <a:spcBef>
                <a:spcPts val="0"/>
              </a:spcBef>
              <a:spcAft>
                <a:spcPts val="0"/>
              </a:spcAft>
              <a:buNone/>
            </a:pPr>
            <a:fld id="{00000000-1234-1234-1234-123412341234}" type="slidenum">
              <a:rPr lang="ja"/>
              <a:t>‹#›</a:t>
            </a:fld>
            <a:endParaRPr/>
          </a:p>
        </p:txBody>
      </p: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3" name="Shape 23"/>
        <p:cNvGrpSpPr/>
        <p:nvPr/>
      </p:nvGrpSpPr>
      <p:grpSpPr>
        <a:xfrm>
          <a:off x="0" y="0"/>
          <a:ext cx="0" cy="0"/>
          <a:chOff x="0" y="0"/>
          <a:chExt cx="0" cy="0"/>
        </a:xfrm>
      </p:grpSpPr>
      <p:sp>
        <p:nvSpPr>
          <p:cNvPr id="24" name="Google Shape;24;p5"/>
          <p:cNvSpPr txBox="1"/>
          <p:nvPr>
            <p:ph type="ctrTitle"/>
          </p:nvPr>
        </p:nvSpPr>
        <p:spPr>
          <a:xfrm>
            <a:off x="311708" y="744575"/>
            <a:ext cx="8520600" cy="2052600"/>
          </a:xfrm>
          <a:prstGeom prst="rect">
            <a:avLst/>
          </a:prstGeom>
        </p:spPr>
        <p:txBody>
          <a:bodyPr anchorCtr="0" anchor="ctr" bIns="91425" lIns="91425" spcFirstLastPara="1" rIns="91425" wrap="square" tIns="91425">
            <a:noAutofit/>
          </a:bodyPr>
          <a:lstStyle/>
          <a:p>
            <a:pPr indent="0" lvl="0" marL="0" rtl="0" algn="ctr">
              <a:lnSpc>
                <a:spcPct val="115000"/>
              </a:lnSpc>
              <a:spcBef>
                <a:spcPts val="0"/>
              </a:spcBef>
              <a:spcAft>
                <a:spcPts val="0"/>
              </a:spcAft>
              <a:buSzPts val="990"/>
              <a:buNone/>
            </a:pPr>
            <a:r>
              <a:rPr lang="ja" sz="3500"/>
              <a:t>2026年度</a:t>
            </a:r>
            <a:r>
              <a:rPr lang="ja" sz="3500">
                <a:latin typeface="Noto Sans JP"/>
                <a:ea typeface="Noto Sans JP"/>
                <a:cs typeface="Noto Sans JP"/>
                <a:sym typeface="Noto Sans JP"/>
              </a:rPr>
              <a:t>「機械学習応用」</a:t>
            </a:r>
            <a:br>
              <a:rPr lang="ja" sz="4500">
                <a:latin typeface="Noto Sans JP"/>
                <a:ea typeface="Noto Sans JP"/>
                <a:cs typeface="Noto Sans JP"/>
                <a:sym typeface="Noto Sans JP"/>
              </a:rPr>
            </a:br>
            <a:r>
              <a:rPr lang="ja" sz="3200"/>
              <a:t>中古マンション価格予測 中間報告</a:t>
            </a:r>
            <a:br>
              <a:rPr lang="ja" sz="4000">
                <a:latin typeface="Noto Sans JP"/>
                <a:ea typeface="Noto Sans JP"/>
                <a:cs typeface="Noto Sans JP"/>
                <a:sym typeface="Noto Sans JP"/>
              </a:rPr>
            </a:br>
            <a:r>
              <a:rPr lang="ja" sz="4000"/>
              <a:t>Di molt</a:t>
            </a:r>
            <a:endParaRPr sz="4000">
              <a:latin typeface="Noto Sans JP"/>
              <a:ea typeface="Noto Sans JP"/>
              <a:cs typeface="Noto Sans JP"/>
              <a:sym typeface="Noto Sans JP"/>
            </a:endParaRPr>
          </a:p>
        </p:txBody>
      </p:sp>
      <p:sp>
        <p:nvSpPr>
          <p:cNvPr id="25" name="Google Shape;25;p5"/>
          <p:cNvSpPr txBox="1"/>
          <p:nvPr>
            <p:ph idx="1" type="subTitle"/>
          </p:nvPr>
        </p:nvSpPr>
        <p:spPr>
          <a:xfrm>
            <a:off x="311700" y="3087250"/>
            <a:ext cx="8520600" cy="1575900"/>
          </a:xfrm>
          <a:prstGeom prst="rect">
            <a:avLst/>
          </a:prstGeom>
        </p:spPr>
        <p:txBody>
          <a:bodyPr anchorCtr="0" anchor="ctr" bIns="91425" lIns="91425" spcFirstLastPara="1" rIns="91425" wrap="square" tIns="91425">
            <a:noAutofit/>
          </a:bodyPr>
          <a:lstStyle/>
          <a:p>
            <a:pPr indent="0" lvl="0" marL="0" rtl="0" algn="ctr">
              <a:spcBef>
                <a:spcPts val="0"/>
              </a:spcBef>
              <a:spcAft>
                <a:spcPts val="0"/>
              </a:spcAft>
              <a:buNone/>
            </a:pPr>
            <a:r>
              <a:rPr lang="ja"/>
              <a:t>2026/10/16</a:t>
            </a:r>
            <a:endParaRPr>
              <a:latin typeface="Noto Sans JP"/>
              <a:ea typeface="Noto Sans JP"/>
              <a:cs typeface="Noto Sans JP"/>
              <a:sym typeface="Noto Sans JP"/>
            </a:endParaRPr>
          </a:p>
          <a:p>
            <a:pPr indent="0" lvl="0" marL="0" rtl="0" algn="ctr">
              <a:spcBef>
                <a:spcPts val="0"/>
              </a:spcBef>
              <a:spcAft>
                <a:spcPts val="0"/>
              </a:spcAft>
              <a:buNone/>
            </a:pPr>
            <a:r>
              <a:rPr lang="ja"/>
              <a:t>南條 佑太、大久保 翔、藤瀬 太翼、小林 麟太郎</a:t>
            </a:r>
            <a:endParaRPr>
              <a:latin typeface="Noto Sans JP"/>
              <a:ea typeface="Noto Sans JP"/>
              <a:cs typeface="Noto Sans JP"/>
              <a:sym typeface="Noto Sans JP"/>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9" name="Shape 29"/>
        <p:cNvGrpSpPr/>
        <p:nvPr/>
      </p:nvGrpSpPr>
      <p:grpSpPr>
        <a:xfrm>
          <a:off x="0" y="0"/>
          <a:ext cx="0" cy="0"/>
          <a:chOff x="0" y="0"/>
          <a:chExt cx="0" cy="0"/>
        </a:xfrm>
      </p:grpSpPr>
      <p:sp>
        <p:nvSpPr>
          <p:cNvPr id="30" name="Google Shape;30;p6"/>
          <p:cNvSpPr txBox="1"/>
          <p:nvPr>
            <p:ph type="title"/>
          </p:nvPr>
        </p:nvSpPr>
        <p:spPr>
          <a:xfrm>
            <a:off x="311700" y="342225"/>
            <a:ext cx="8520600" cy="5727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b="1" lang="ja">
                <a:latin typeface="Noto Sans JP"/>
                <a:ea typeface="Noto Sans JP"/>
                <a:cs typeface="Noto Sans JP"/>
                <a:sym typeface="Noto Sans JP"/>
              </a:rPr>
              <a:t>役割分担（人とAIの分担も含めて）</a:t>
            </a:r>
            <a:endParaRPr b="1">
              <a:latin typeface="Noto Sans JP"/>
              <a:ea typeface="Noto Sans JP"/>
              <a:cs typeface="Noto Sans JP"/>
              <a:sym typeface="Noto Sans JP"/>
            </a:endParaRPr>
          </a:p>
        </p:txBody>
      </p:sp>
      <p:sp>
        <p:nvSpPr>
          <p:cNvPr id="31" name="Google Shape;31;p6"/>
          <p:cNvSpPr txBox="1"/>
          <p:nvPr>
            <p:ph idx="1" type="body"/>
          </p:nvPr>
        </p:nvSpPr>
        <p:spPr>
          <a:xfrm>
            <a:off x="311700" y="896112"/>
            <a:ext cx="8520600" cy="3794760"/>
          </a:xfrm>
          <a:prstGeom prst="rect">
            <a:avLst/>
          </a:prstGeom>
        </p:spPr>
        <p:txBody>
          <a:bodyPr anchorCtr="0" anchor="t" bIns="91425" lIns="91425" spcFirstLastPara="1" rIns="91425" wrap="square" tIns="91425">
            <a:noAutofit/>
          </a:bodyPr>
          <a:lstStyle/>
          <a:p>
            <a:pPr lvl="0" marL="228600" indent="-228600" algn="l">
              <a:lnSpc>
                <a:spcPct val="122000"/>
              </a:lnSpc>
              <a:spcBef>
                <a:spcPts val="50"/>
              </a:spcBef>
              <a:spcAft>
                <a:spcPts val="0"/>
              </a:spcAft>
              <a:buClr>
                <a:srgbClr val="000000"/>
              </a:buClr>
              <a:buSzPct val="80000"/>
              <a:buFont typeface="Arial"/>
              <a:buChar char="●"/>
            </a:pPr>
            <a:r>
              <a:rPr lang="ja-JP" sz="1100" b="1"/>
              <a:t>人の分担</a:t>
            </a:r>
          </a:p>
          <a:p>
            <a:pPr lvl="1" marL="457200" indent="-228600" algn="l">
              <a:lnSpc>
                <a:spcPct val="122000"/>
              </a:lnSpc>
              <a:spcBef>
                <a:spcPts val="50"/>
              </a:spcBef>
              <a:spcAft>
                <a:spcPts val="0"/>
              </a:spcAft>
              <a:buClr>
                <a:srgbClr val="737373"/>
              </a:buClr>
              <a:buSzPct val="90000"/>
              <a:buFont typeface="Arial"/>
              <a:buChar char="○"/>
            </a:pPr>
            <a:r>
              <a:rPr lang="ja-JP" sz="1000" b="0"/>
              <a:t>全員：各自のノートブックで EDA を行った</a:t>
            </a:r>
          </a:p>
          <a:p>
            <a:pPr lvl="1" marL="457200" indent="-228600" algn="l">
              <a:lnSpc>
                <a:spcPct val="122000"/>
              </a:lnSpc>
              <a:spcBef>
                <a:spcPts val="50"/>
              </a:spcBef>
              <a:spcAft>
                <a:spcPts val="0"/>
              </a:spcAft>
              <a:buClr>
                <a:srgbClr val="737373"/>
              </a:buClr>
              <a:buSzPct val="90000"/>
              <a:buFont typeface="Arial"/>
              <a:buChar char="○"/>
            </a:pPr>
            <a:r>
              <a:rPr lang="ja-JP" sz="1000" b="0"/>
              <a:t>藤瀬 太翼：実験の土台（構成・時系列 CV・AI への指示ファイル）と開発の手順を整え、損失関数・相場の指数の設計・主要駅までの距離の実験と、PR のレビューを担当した</a:t>
            </a:r>
          </a:p>
          <a:p>
            <a:pPr lvl="1" marL="457200" indent="-228600" algn="l">
              <a:lnSpc>
                <a:spcPct val="122000"/>
              </a:lnSpc>
              <a:spcBef>
                <a:spcPts val="50"/>
              </a:spcBef>
              <a:spcAft>
                <a:spcPts val="0"/>
              </a:spcAft>
              <a:buClr>
                <a:srgbClr val="737373"/>
              </a:buClr>
              <a:buSzPct val="90000"/>
              <a:buFont typeface="Arial"/>
              <a:buChar char="○"/>
            </a:pPr>
            <a:r>
              <a:rPr lang="ja-JP" sz="1000" b="0"/>
              <a:t>南條 佑太：誤差の分析から予測の補正（isotonic 較正）を作り、同じ建物らしき取引どうしで予測の外れ方が似ていることを確かめた（特徴量にしても効かず不採用）</a:t>
            </a:r>
          </a:p>
          <a:p>
            <a:pPr lvl="1" marL="457200" indent="-228600" algn="l">
              <a:lnSpc>
                <a:spcPct val="122000"/>
              </a:lnSpc>
              <a:spcBef>
                <a:spcPts val="50"/>
              </a:spcBef>
              <a:spcAft>
                <a:spcPts val="0"/>
              </a:spcAft>
              <a:buClr>
                <a:srgbClr val="737373"/>
              </a:buClr>
              <a:buSzPct val="90000"/>
              <a:buFont typeface="Arial"/>
              <a:buChar char="○"/>
            </a:pPr>
            <a:r>
              <a:rPr lang="ja-JP" sz="1000" b="0"/>
              <a:t>大久保 翔：最初のベースラインを作り、相場の指数を今の土台に移し替えて再実装した（今の最高 LB 0.19709）</a:t>
            </a:r>
          </a:p>
          <a:p>
            <a:pPr lvl="1" marL="457200" indent="-228600" algn="l">
              <a:lnSpc>
                <a:spcPct val="122000"/>
              </a:lnSpc>
              <a:spcBef>
                <a:spcPts val="50"/>
              </a:spcBef>
              <a:spcAft>
                <a:spcPts val="0"/>
              </a:spcAft>
              <a:buClr>
                <a:srgbClr val="737373"/>
              </a:buClr>
              <a:buSzPct val="90000"/>
              <a:buFont typeface="Arial"/>
              <a:buChar char="○"/>
            </a:pPr>
            <a:r>
              <a:rPr lang="ja-JP" sz="1000" b="0"/>
              <a:t>小林 麟太郎：目的変数を総額から㎡単価に変え（採用）、間取りを部屋数などに分解する特徴量を試した</a:t>
            </a:r>
          </a:p>
          <a:p>
            <a:pPr lvl="0" marL="228600" indent="-228600" algn="l">
              <a:lnSpc>
                <a:spcPct val="122000"/>
              </a:lnSpc>
              <a:spcBef>
                <a:spcPts val="350"/>
              </a:spcBef>
              <a:spcAft>
                <a:spcPts val="0"/>
              </a:spcAft>
              <a:buClr>
                <a:srgbClr val="000000"/>
              </a:buClr>
              <a:buSzPct val="80000"/>
              <a:buFont typeface="Arial"/>
              <a:buChar char="●"/>
            </a:pPr>
            <a:r>
              <a:rPr lang="ja-JP" sz="1100" b="1"/>
              <a:t>AIの分担</a:t>
            </a:r>
          </a:p>
          <a:p>
            <a:pPr lvl="1" marL="457200" indent="-228600" algn="l">
              <a:lnSpc>
                <a:spcPct val="122000"/>
              </a:lnSpc>
              <a:spcBef>
                <a:spcPts val="50"/>
              </a:spcBef>
              <a:spcAft>
                <a:spcPts val="0"/>
              </a:spcAft>
              <a:buClr>
                <a:srgbClr val="737373"/>
              </a:buClr>
              <a:buSzPct val="90000"/>
              <a:buFont typeface="Arial"/>
              <a:buChar char="○"/>
            </a:pPr>
            <a:r>
              <a:rPr lang="ja-JP" sz="1000" b="0"/>
              <a:t>リポジトリの構成と関数の切り分けの案、前処理・特徴量・学習のコード</a:t>
            </a:r>
          </a:p>
          <a:p>
            <a:pPr lvl="1" marL="457200" indent="-228600" algn="l">
              <a:lnSpc>
                <a:spcPct val="122000"/>
              </a:lnSpc>
              <a:spcBef>
                <a:spcPts val="50"/>
              </a:spcBef>
              <a:spcAft>
                <a:spcPts val="0"/>
              </a:spcAft>
              <a:buClr>
                <a:srgbClr val="737373"/>
              </a:buClr>
              <a:buSzPct val="90000"/>
              <a:buFont typeface="Arial"/>
              <a:buChar char="○"/>
            </a:pPr>
            <a:r>
              <a:rPr lang="ja-JP" sz="1000" b="0"/>
              <a:t>Issue にした実験の実行と、結果をまとめた PR の作成、PR の妥当性のレビュー</a:t>
            </a:r>
          </a:p>
          <a:p>
            <a:pPr lvl="0" marL="228600" indent="-228600" algn="l">
              <a:lnSpc>
                <a:spcPct val="122000"/>
              </a:lnSpc>
              <a:spcBef>
                <a:spcPts val="350"/>
              </a:spcBef>
              <a:spcAft>
                <a:spcPts val="0"/>
              </a:spcAft>
              <a:buClr>
                <a:srgbClr val="000000"/>
              </a:buClr>
              <a:buSzPct val="80000"/>
              <a:buFont typeface="Arial"/>
              <a:buChar char="●"/>
            </a:pPr>
            <a:r>
              <a:rPr lang="ja-JP" sz="1100" b="1"/>
              <a:t>AIの出力の確認</a:t>
            </a:r>
          </a:p>
          <a:p>
            <a:pPr lvl="1" marL="457200" indent="-228600" algn="l">
              <a:lnSpc>
                <a:spcPct val="122000"/>
              </a:lnSpc>
              <a:spcBef>
                <a:spcPts val="50"/>
              </a:spcBef>
              <a:spcAft>
                <a:spcPts val="0"/>
              </a:spcAft>
              <a:buClr>
                <a:srgbClr val="737373"/>
              </a:buClr>
              <a:buSzPct val="90000"/>
              <a:buFont typeface="Arial"/>
              <a:buChar char="○"/>
            </a:pPr>
            <a:r>
              <a:rPr lang="ja-JP" sz="1000" b="0"/>
              <a:t>構成とコード：藤瀬が AI と議論し、出力されたコードを VS Code で読みながら直し、ruff の整形と静的チェックの後も、読みにくい箇所や名前は自分で直した</a:t>
            </a:r>
          </a:p>
          <a:p>
            <a:pPr lvl="1" marL="457200" indent="-228600" algn="l">
              <a:lnSpc>
                <a:spcPct val="122000"/>
              </a:lnSpc>
              <a:spcBef>
                <a:spcPts val="50"/>
              </a:spcBef>
              <a:spcAft>
                <a:spcPts val="0"/>
              </a:spcAft>
              <a:buClr>
                <a:srgbClr val="737373"/>
              </a:buClr>
              <a:buSzPct val="90000"/>
              <a:buFont typeface="Arial"/>
              <a:buChar char="○"/>
            </a:pPr>
            <a:r>
              <a:rPr lang="ja-JP" sz="1000" b="0"/>
              <a:t>変更の単位：分析の工程ごとにファイルを分け、1 回の PR は 1 つの工程の修正と検証に限って、人が検証結果と実装コードを把握できる範囲に抑えた</a:t>
            </a:r>
          </a:p>
          <a:p>
            <a:pPr lvl="1" marL="457200" indent="-228600" algn="l">
              <a:lnSpc>
                <a:spcPct val="122000"/>
              </a:lnSpc>
              <a:spcBef>
                <a:spcPts val="50"/>
              </a:spcBef>
              <a:spcAft>
                <a:spcPts val="0"/>
              </a:spcAft>
              <a:buClr>
                <a:srgbClr val="737373"/>
              </a:buClr>
              <a:buSzPct val="90000"/>
              <a:buFont typeface="Arial"/>
              <a:buChar char="○"/>
            </a:pPr>
            <a:r>
              <a:rPr lang="ja-JP" sz="1000" b="0"/>
              <a:t>検証：南條は AI が作ったモデルの CV をそのまま信じず、3 fold の時系列 CV に作り直してから施策を比べた</a:t>
            </a:r>
          </a:p>
          <a:p>
            <a:pPr lvl="0" marL="228600" indent="-228600" algn="l">
              <a:lnSpc>
                <a:spcPct val="122000"/>
              </a:lnSpc>
              <a:spcBef>
                <a:spcPts val="350"/>
              </a:spcBef>
              <a:spcAft>
                <a:spcPts val="0"/>
              </a:spcAft>
              <a:buClr>
                <a:srgbClr val="000000"/>
              </a:buClr>
              <a:buSzPct val="80000"/>
              <a:buFont typeface="Arial"/>
              <a:buChar char="●"/>
            </a:pPr>
            <a:r>
              <a:rPr lang="ja-JP" sz="1100" b="1"/>
              <a:t>使ったAIツール</a:t>
            </a:r>
          </a:p>
          <a:p>
            <a:pPr lvl="1" marL="457200" indent="-228600" algn="l">
              <a:lnSpc>
                <a:spcPct val="122000"/>
              </a:lnSpc>
              <a:spcBef>
                <a:spcPts val="50"/>
              </a:spcBef>
              <a:spcAft>
                <a:spcPts val="0"/>
              </a:spcAft>
              <a:buClr>
                <a:srgbClr val="737373"/>
              </a:buClr>
              <a:buSzPct val="90000"/>
              <a:buFont typeface="Arial"/>
              <a:buChar char="○"/>
            </a:pPr>
            <a:r>
              <a:rPr lang="ja-JP" sz="1000" b="0"/>
              <a:t>Claude Code（藤瀬・南條）、Antigravity CLI（大久保・小林。無料プランで使える範囲が広いため）</a:t>
            </a: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5" name="Shape 35"/>
        <p:cNvGrpSpPr/>
        <p:nvPr/>
      </p:nvGrpSpPr>
      <p:grpSpPr>
        <a:xfrm>
          <a:off x="0" y="0"/>
          <a:ext cx="0" cy="0"/>
          <a:chOff x="0" y="0"/>
          <a:chExt cx="0" cy="0"/>
        </a:xfrm>
      </p:grpSpPr>
      <p:sp>
        <p:nvSpPr>
          <p:cNvPr id="36" name="Google Shape;36;p7"/>
          <p:cNvSpPr txBox="1"/>
          <p:nvPr>
            <p:ph type="title"/>
          </p:nvPr>
        </p:nvSpPr>
        <p:spPr>
          <a:xfrm>
            <a:off x="311700" y="342225"/>
            <a:ext cx="8520600" cy="5727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b="1" lang="ja">
                <a:latin typeface="Noto Sans JP"/>
                <a:ea typeface="Noto Sans JP"/>
                <a:cs typeface="Noto Sans JP"/>
                <a:sym typeface="Noto Sans JP"/>
              </a:rPr>
              <a:t>試した手法やモデルとその結果</a:t>
            </a:r>
            <a:endParaRPr b="1">
              <a:latin typeface="Noto Sans JP"/>
              <a:ea typeface="Noto Sans JP"/>
              <a:cs typeface="Noto Sans JP"/>
              <a:sym typeface="Noto Sans JP"/>
            </a:endParaRPr>
          </a:p>
        </p:txBody>
      </p:sp>
      <p:sp>
        <p:nvSpPr>
          <p:cNvPr id="37" name="Google Shape;37;p7"/>
          <p:cNvSpPr txBox="1"/>
          <p:nvPr>
            <p:ph idx="1" type="body"/>
          </p:nvPr>
        </p:nvSpPr>
        <p:spPr>
          <a:xfrm>
            <a:off x="311700" y="804672"/>
            <a:ext cx="8520600" cy="868680"/>
          </a:xfrm>
          <a:prstGeom prst="rect">
            <a:avLst/>
          </a:prstGeom>
        </p:spPr>
        <p:txBody>
          <a:bodyPr anchorCtr="0" anchor="t" bIns="91425" lIns="91425" spcFirstLastPara="1" rIns="91425" wrap="square" tIns="91425">
            <a:noAutofit/>
          </a:bodyPr>
          <a:lstStyle/>
          <a:p>
            <a:pPr lvl="0" marL="228600" indent="-228600" algn="l">
              <a:spcBef>
                <a:spcPts val="50"/>
              </a:spcBef>
              <a:spcAft>
                <a:spcPts val="50"/>
              </a:spcAft>
              <a:buClr>
                <a:srgbClr val="000000"/>
              </a:buClr>
              <a:buSzPct val="80000"/>
              <a:buFont typeface="Arial"/>
              <a:buChar char="●"/>
            </a:pPr>
            <a:r>
              <a:rPr lang="ja-JP" sz="950" b="0"/>
              <a:t>評価：RMSLE（小さいほど良い）。過去で学習し、直後の3四半期を当てる 3 fold の時系列 CV の平均を CV スコアとする</a:t>
            </a:r>
          </a:p>
          <a:p>
            <a:pPr lvl="0" marL="228600" indent="-228600" algn="l">
              <a:spcBef>
                <a:spcPts val="50"/>
              </a:spcBef>
              <a:spcAft>
                <a:spcPts val="50"/>
              </a:spcAft>
              <a:buClr>
                <a:srgbClr val="000000"/>
              </a:buClr>
              <a:buSzPct val="80000"/>
              <a:buFont typeface="Arial"/>
              <a:buChar char="●"/>
            </a:pPr>
            <a:r>
              <a:rPr lang="ja-JP" sz="950" b="0"/>
              <a:t>表の値：上の行までに採用した変更を積み上げた値。「単独」の行は、相場の切り離しの上に 1 つだけ足して測った値</a:t>
            </a:r>
          </a:p>
          <a:p>
            <a:pPr lvl="0" marL="228600" indent="-228600" algn="l">
              <a:spcBef>
                <a:spcPts val="50"/>
              </a:spcBef>
              <a:spcAft>
                <a:spcPts val="50"/>
              </a:spcAft>
              <a:buClr>
                <a:srgbClr val="000000"/>
              </a:buClr>
              <a:buSzPct val="80000"/>
              <a:buFont typeface="Arial"/>
              <a:buChar char="●"/>
            </a:pPr>
            <a:r>
              <a:rPr lang="ja-JP" sz="950" b="0"/>
              <a:t>今の最高は LB 0.19709。上位チームは 0.19408 で、まだ 0.003 差がある</a:t>
            </a:r>
          </a:p>
        </p:txBody>
      </p:sp>
      <p:graphicFrame>
        <p:nvGraphicFramePr>
          <p:cNvPr id="38" name="Google Shape;38;p7"/>
          <p:cNvGraphicFramePr/>
          <p:nvPr/>
        </p:nvGraphicFramePr>
        <p:xfrm>
          <a:off x="310896" y="1691640"/>
          <a:ext cx="8522208" cy="3273551"/>
        </p:xfrm>
        <a:graphic>
          <a:graphicData uri="http://schemas.openxmlformats.org/drawingml/2006/table">
            <a:tbl>
              <a:tblPr>
                <a:noFill/>
                <a:tableStyleId>{53CD3E5B-FE7B-4491-BB69-26453CF59F08}</a:tableStyleId>
              </a:tblPr>
              <a:tblGrid>
                <a:gridCol w="3657600"/>
                <a:gridCol w="1234440"/>
                <a:gridCol w="1005840"/>
                <a:gridCol w="2624328"/>
              </a:tblGrid>
              <a:tr h="310896">
                <a:tc>
                  <a:txBody>
                    <a:bodyPr/>
                    <a:lstStyle/>
                    <a:p>
                      <a:pPr marL="0" indent="0" algn="l">
                        <a:buNone/>
                      </a:pPr>
                      <a:r>
                        <a:rPr lang="ja-JP" sz="950" b="1">
                          <a:latin typeface="Noto Sans JP"/>
                          <a:ea typeface="Noto Sans JP"/>
                          <a:cs typeface="Noto Sans JP"/>
                        </a:rPr>
                        <a:t>試したこと（手法・モデル・特徴量）</a:t>
                      </a:r>
                    </a:p>
                  </a:txBody>
                  <a:tcPr marT="36576" marB="36576" marR="91425" marL="91425" anchor="ctr">
                    <a:solidFill>
                      <a:srgbClr val="E5EDF5"/>
                    </a:solidFill>
                  </a:tcPr>
                </a:tc>
                <a:tc>
                  <a:txBody>
                    <a:bodyPr/>
                    <a:lstStyle/>
                    <a:p>
                      <a:pPr marL="0" indent="0" algn="l">
                        <a:buNone/>
                      </a:pPr>
                      <a:r>
                        <a:rPr lang="ja-JP" sz="950" b="1">
                          <a:latin typeface="Noto Sans JP"/>
                          <a:ea typeface="Noto Sans JP"/>
                          <a:cs typeface="Noto Sans JP"/>
                        </a:rPr>
                        <a:t>手元の検証スコア</a:t>
                      </a:r>
                    </a:p>
                  </a:txBody>
                  <a:tcPr marT="36576" marB="36576" marR="91425" marL="91425" anchor="ctr">
                    <a:solidFill>
                      <a:srgbClr val="E5EDF5"/>
                    </a:solidFill>
                  </a:tcPr>
                </a:tc>
                <a:tc>
                  <a:txBody>
                    <a:bodyPr/>
                    <a:lstStyle/>
                    <a:p>
                      <a:pPr marL="0" indent="0" algn="l">
                        <a:buNone/>
                      </a:pPr>
                      <a:r>
                        <a:rPr lang="ja-JP" sz="950" b="1">
                          <a:latin typeface="Noto Sans JP"/>
                          <a:ea typeface="Noto Sans JP"/>
                          <a:cs typeface="Noto Sans JP"/>
                        </a:rPr>
                        <a:t>Publicスコア</a:t>
                      </a:r>
                    </a:p>
                  </a:txBody>
                  <a:tcPr marT="36576" marB="36576" marR="91425" marL="91425" anchor="ctr">
                    <a:solidFill>
                      <a:srgbClr val="E5EDF5"/>
                    </a:solidFill>
                  </a:tcPr>
                </a:tc>
                <a:tc>
                  <a:txBody>
                    <a:bodyPr/>
                    <a:lstStyle/>
                    <a:p>
                      <a:pPr marL="0" indent="0" algn="l">
                        <a:buNone/>
                      </a:pPr>
                      <a:r>
                        <a:rPr lang="ja-JP" sz="950" b="1">
                          <a:latin typeface="Noto Sans JP"/>
                          <a:ea typeface="Noto Sans JP"/>
                          <a:cs typeface="Noto Sans JP"/>
                        </a:rPr>
                        <a:t>メモ（採用したか など）</a:t>
                      </a:r>
                    </a:p>
                  </a:txBody>
                  <a:tcPr marT="36576" marB="36576" marR="91425" marL="91425" anchor="ctr">
                    <a:solidFill>
                      <a:srgbClr val="E5EDF5"/>
                    </a:solidFill>
                  </a:tcPr>
                </a:tc>
              </a:tr>
              <a:tr h="329184">
                <a:tc>
                  <a:txBody>
                    <a:bodyPr/>
                    <a:lstStyle/>
                    <a:p>
                      <a:pPr marL="0" indent="0" algn="l">
                        <a:buNone/>
                      </a:pPr>
                      <a:r>
                        <a:rPr lang="ja-JP" sz="850" b="0">
                          <a:latin typeface="Noto Sans JP"/>
                          <a:ea typeface="Noto Sans JP"/>
                          <a:cs typeface="Noto Sans JP"/>
                        </a:rPr>
                        <a:t>LightGBM のベースライン</a:t>
                      </a:r>
                    </a:p>
                  </a:txBody>
                  <a:tcPr marT="36576" marB="36576" marR="91425" marL="91425" anchor="ctr"/>
                </a:tc>
                <a:tc>
                  <a:txBody>
                    <a:bodyPr/>
                    <a:lstStyle/>
                    <a:p>
                      <a:pPr marL="0" indent="0" algn="l">
                        <a:buNone/>
                      </a:pPr>
                      <a:r>
                        <a:rPr lang="ja-JP" sz="850" b="0">
                          <a:latin typeface="Noto Sans JP"/>
                          <a:ea typeface="Noto Sans JP"/>
                          <a:cs typeface="Noto Sans JP"/>
                        </a:rPr>
                        <a:t>0.20674</a:t>
                      </a:r>
                    </a:p>
                  </a:txBody>
                  <a:tcPr marT="36576" marB="36576" marR="91425" marL="91425" anchor="ctr"/>
                </a:tc>
                <a:tc>
                  <a:txBody>
                    <a:bodyPr/>
                    <a:lstStyle/>
                    <a:p>
                      <a:pPr marL="0" indent="0" algn="l">
                        <a:buNone/>
                      </a:pPr>
                      <a:r>
                        <a:rPr lang="ja-JP" sz="850" b="0">
                          <a:latin typeface="Noto Sans JP"/>
                          <a:ea typeface="Noto Sans JP"/>
                          <a:cs typeface="Noto Sans JP"/>
                        </a:rPr>
                        <a:t>0.20542</a:t>
                      </a:r>
                    </a:p>
                  </a:txBody>
                  <a:tcPr marT="36576" marB="36576" marR="91425" marL="91425" anchor="ctr"/>
                </a:tc>
                <a:tc>
                  <a:txBody>
                    <a:bodyPr/>
                    <a:lstStyle/>
                    <a:p>
                      <a:pPr marL="0" indent="0" algn="l">
                        <a:buNone/>
                      </a:pPr>
                      <a:r>
                        <a:rPr lang="ja-JP" sz="850" b="0">
                          <a:latin typeface="Noto Sans JP"/>
                          <a:ea typeface="Noto Sans JP"/>
                          <a:cs typeface="Noto Sans JP"/>
                        </a:rPr>
                        <a:t>基準</a:t>
                      </a:r>
                    </a:p>
                  </a:txBody>
                  <a:tcPr marT="36576" marB="36576" marR="91425" marL="91425" anchor="ctr"/>
                </a:tc>
              </a:tr>
              <a:tr h="329184">
                <a:tc>
                  <a:txBody>
                    <a:bodyPr/>
                    <a:lstStyle/>
                    <a:p>
                      <a:pPr marL="0" indent="0" algn="l">
                        <a:buNone/>
                      </a:pPr>
                      <a:r>
                        <a:rPr lang="ja-JP" sz="850" b="0">
                          <a:latin typeface="Noto Sans JP"/>
                          <a:ea typeface="Noto Sans JP"/>
                          <a:cs typeface="Noto Sans JP"/>
                        </a:rPr>
                        <a:t>cat_smooth（カテゴリの扱い）と learning_rate（学習率）の調整</a:t>
                      </a:r>
                    </a:p>
                  </a:txBody>
                  <a:tcPr marT="36576" marB="36576" marR="91425" marL="91425" anchor="ctr"/>
                </a:tc>
                <a:tc>
                  <a:txBody>
                    <a:bodyPr/>
                    <a:lstStyle/>
                    <a:p>
                      <a:pPr marL="0" indent="0" algn="l">
                        <a:buNone/>
                      </a:pPr>
                      <a:r>
                        <a:rPr lang="ja-JP" sz="850" b="0">
                          <a:latin typeface="Noto Sans JP"/>
                          <a:ea typeface="Noto Sans JP"/>
                          <a:cs typeface="Noto Sans JP"/>
                        </a:rPr>
                        <a:t>0.20360</a:t>
                      </a:r>
                    </a:p>
                  </a:txBody>
                  <a:tcPr marT="36576" marB="36576" marR="91425" marL="91425" anchor="ctr"/>
                </a:tc>
                <a:tc>
                  <a:txBody>
                    <a:bodyPr/>
                    <a:lstStyle/>
                    <a:p>
                      <a:pPr marL="0" indent="0" algn="l">
                        <a:buNone/>
                      </a:pPr>
                      <a:r>
                        <a:rPr lang="ja-JP" sz="850" b="0">
                          <a:latin typeface="Noto Sans JP"/>
                          <a:ea typeface="Noto Sans JP"/>
                          <a:cs typeface="Noto Sans JP"/>
                        </a:rPr>
                        <a:t>0.20222</a:t>
                      </a:r>
                    </a:p>
                  </a:txBody>
                  <a:tcPr marT="36576" marB="36576" marR="91425" marL="91425" anchor="ctr"/>
                </a:tc>
                <a:tc>
                  <a:txBody>
                    <a:bodyPr/>
                    <a:lstStyle/>
                    <a:p>
                      <a:pPr marL="0" indent="0" algn="l">
                        <a:buNone/>
                      </a:pPr>
                      <a:r>
                        <a:rPr lang="ja-JP" sz="850" b="0">
                          <a:latin typeface="Noto Sans JP"/>
                          <a:ea typeface="Noto Sans JP"/>
                          <a:cs typeface="Noto Sans JP"/>
                        </a:rPr>
                        <a:t>採用。CV と LB が同じ幅で改善</a:t>
                      </a:r>
                    </a:p>
                  </a:txBody>
                  <a:tcPr marT="36576" marB="36576" marR="91425" marL="91425" anchor="ctr"/>
                </a:tc>
              </a:tr>
              <a:tr h="329184">
                <a:tc>
                  <a:txBody>
                    <a:bodyPr/>
                    <a:lstStyle/>
                    <a:p>
                      <a:pPr marL="0" indent="0" algn="l">
                        <a:buNone/>
                      </a:pPr>
                      <a:r>
                        <a:rPr lang="ja-JP" sz="850" b="0">
                          <a:latin typeface="Noto Sans JP"/>
                          <a:ea typeface="Noto Sans JP"/>
                          <a:cs typeface="Noto Sans JP"/>
                        </a:rPr>
                        <a:t>損失関数を二乗誤差から Huber 損失に変更</a:t>
                      </a:r>
                    </a:p>
                  </a:txBody>
                  <a:tcPr marT="36576" marB="36576" marR="91425" marL="91425" anchor="ctr"/>
                </a:tc>
                <a:tc>
                  <a:txBody>
                    <a:bodyPr/>
                    <a:lstStyle/>
                    <a:p>
                      <a:pPr marL="0" indent="0" algn="l">
                        <a:buNone/>
                      </a:pPr>
                      <a:r>
                        <a:rPr lang="ja-JP" sz="850" b="0">
                          <a:latin typeface="Noto Sans JP"/>
                          <a:ea typeface="Noto Sans JP"/>
                          <a:cs typeface="Noto Sans JP"/>
                        </a:rPr>
                        <a:t>0.20004</a:t>
                      </a:r>
                    </a:p>
                  </a:txBody>
                  <a:tcPr marT="36576" marB="36576" marR="91425" marL="91425" anchor="ctr"/>
                </a:tc>
                <a:tc>
                  <a:txBody>
                    <a:bodyPr/>
                    <a:lstStyle/>
                    <a:p>
                      <a:pPr marL="0" indent="0" algn="l">
                        <a:buNone/>
                      </a:pPr>
                      <a:r>
                        <a:rPr lang="ja-JP" sz="850" b="0">
                          <a:latin typeface="Noto Sans JP"/>
                          <a:ea typeface="Noto Sans JP"/>
                          <a:cs typeface="Noto Sans JP"/>
                        </a:rPr>
                        <a:t>0.19914</a:t>
                      </a:r>
                    </a:p>
                  </a:txBody>
                  <a:tcPr marT="36576" marB="36576" marR="91425" marL="91425" anchor="ctr"/>
                </a:tc>
                <a:tc>
                  <a:txBody>
                    <a:bodyPr/>
                    <a:lstStyle/>
                    <a:p>
                      <a:pPr marL="0" indent="0" algn="l">
                        <a:buNone/>
                      </a:pPr>
                      <a:r>
                        <a:rPr lang="ja-JP" sz="850" b="0">
                          <a:latin typeface="Noto Sans JP"/>
                          <a:ea typeface="Noto Sans JP"/>
                          <a:cs typeface="Noto Sans JP"/>
                        </a:rPr>
                        <a:t>採用。3 fold すべてで改善</a:t>
                      </a:r>
                    </a:p>
                  </a:txBody>
                  <a:tcPr marT="36576" marB="36576" marR="91425" marL="91425" anchor="ctr"/>
                </a:tc>
              </a:tr>
              <a:tr h="329184">
                <a:tc>
                  <a:txBody>
                    <a:bodyPr/>
                    <a:lstStyle/>
                    <a:p>
                      <a:pPr marL="0" indent="0" algn="l">
                        <a:buNone/>
                      </a:pPr>
                      <a:r>
                        <a:rPr lang="ja-JP" sz="850" b="0">
                          <a:latin typeface="Noto Sans JP"/>
                          <a:ea typeface="Noto Sans JP"/>
                          <a:cs typeface="Noto Sans JP"/>
                        </a:rPr>
                        <a:t>isotonic 較正で予測を後から補正</a:t>
                      </a:r>
                    </a:p>
                  </a:txBody>
                  <a:tcPr marT="36576" marB="36576" marR="91425" marL="91425" anchor="ctr"/>
                </a:tc>
                <a:tc>
                  <a:txBody>
                    <a:bodyPr/>
                    <a:lstStyle/>
                    <a:p>
                      <a:pPr marL="0" indent="0" algn="l">
                        <a:buNone/>
                      </a:pPr>
                      <a:r>
                        <a:rPr lang="ja-JP" sz="850" b="0">
                          <a:latin typeface="Noto Sans JP"/>
                          <a:ea typeface="Noto Sans JP"/>
                          <a:cs typeface="Noto Sans JP"/>
                        </a:rPr>
                        <a:t>0.19727</a:t>
                      </a:r>
                    </a:p>
                  </a:txBody>
                  <a:tcPr marT="36576" marB="36576" marR="91425" marL="91425" anchor="ctr"/>
                </a:tc>
                <a:tc>
                  <a:txBody>
                    <a:bodyPr/>
                    <a:lstStyle/>
                    <a:p>
                      <a:pPr marL="0" indent="0" algn="l">
                        <a:buNone/>
                      </a:pPr>
                      <a:r>
                        <a:rPr lang="ja-JP" sz="850" b="0">
                          <a:latin typeface="Noto Sans JP"/>
                          <a:ea typeface="Noto Sans JP"/>
                          <a:cs typeface="Noto Sans JP"/>
                        </a:rPr>
                        <a:t>0.20059</a:t>
                      </a:r>
                    </a:p>
                  </a:txBody>
                  <a:tcPr marT="36576" marB="36576" marR="91425" marL="91425" anchor="ctr"/>
                </a:tc>
                <a:tc>
                  <a:txBody>
                    <a:bodyPr/>
                    <a:lstStyle/>
                    <a:p>
                      <a:pPr marL="0" indent="0" algn="l">
                        <a:buNone/>
                      </a:pPr>
                      <a:r>
                        <a:rPr lang="ja-JP" sz="850" b="0">
                          <a:latin typeface="Noto Sans JP"/>
                          <a:ea typeface="Noto Sans JP"/>
                          <a:cs typeface="Noto Sans JP"/>
                        </a:rPr>
                        <a:t>不採用。CV は良いが LB で悪化した</a:t>
                      </a:r>
                    </a:p>
                  </a:txBody>
                  <a:tcPr marT="36576" marB="36576" marR="91425" marL="91425" anchor="ctr"/>
                </a:tc>
              </a:tr>
              <a:tr h="329184">
                <a:tc>
                  <a:txBody>
                    <a:bodyPr/>
                    <a:lstStyle/>
                    <a:p>
                      <a:pPr marL="0" indent="0" algn="l">
                        <a:buNone/>
                      </a:pPr>
                      <a:r>
                        <a:rPr lang="ja-JP" sz="850" b="0">
                          <a:latin typeface="Noto Sans JP"/>
                          <a:ea typeface="Noto Sans JP"/>
                          <a:cs typeface="Noto Sans JP"/>
                        </a:rPr>
                        <a:t>目的変数を㎡単価にする（予測に面積を掛けて戻す）</a:t>
                      </a:r>
                    </a:p>
                  </a:txBody>
                  <a:tcPr marT="36576" marB="36576" marR="91425" marL="91425" anchor="ctr"/>
                </a:tc>
                <a:tc>
                  <a:txBody>
                    <a:bodyPr/>
                    <a:lstStyle/>
                    <a:p>
                      <a:pPr marL="0" indent="0" algn="l">
                        <a:buNone/>
                      </a:pPr>
                      <a:r>
                        <a:rPr lang="ja-JP" sz="850" b="0">
                          <a:latin typeface="Noto Sans JP"/>
                          <a:ea typeface="Noto Sans JP"/>
                          <a:cs typeface="Noto Sans JP"/>
                        </a:rPr>
                        <a:t>0.19845</a:t>
                      </a:r>
                    </a:p>
                  </a:txBody>
                  <a:tcPr marT="36576" marB="36576" marR="91425" marL="91425" anchor="ctr"/>
                </a:tc>
                <a:tc>
                  <a:txBody>
                    <a:bodyPr/>
                    <a:lstStyle/>
                    <a:p>
                      <a:pPr marL="0" indent="0" algn="l">
                        <a:buNone/>
                      </a:pPr>
                      <a:r>
                        <a:rPr lang="ja-JP" sz="850" b="0">
                          <a:latin typeface="Noto Sans JP"/>
                          <a:ea typeface="Noto Sans JP"/>
                          <a:cs typeface="Noto Sans JP"/>
                        </a:rPr>
                        <a:t>—</a:t>
                      </a:r>
                    </a:p>
                  </a:txBody>
                  <a:tcPr marT="36576" marB="36576" marR="91425" marL="91425" anchor="ctr"/>
                </a:tc>
                <a:tc>
                  <a:txBody>
                    <a:bodyPr/>
                    <a:lstStyle/>
                    <a:p>
                      <a:pPr marL="0" indent="0" algn="l">
                        <a:buNone/>
                      </a:pPr>
                      <a:r>
                        <a:rPr lang="ja-JP" sz="850" b="0">
                          <a:latin typeface="Noto Sans JP"/>
                          <a:ea typeface="Noto Sans JP"/>
                          <a:cs typeface="Noto Sans JP"/>
                        </a:rPr>
                        <a:t>採用</a:t>
                      </a:r>
                    </a:p>
                  </a:txBody>
                  <a:tcPr marT="36576" marB="36576" marR="91425" marL="91425" anchor="ctr"/>
                </a:tc>
              </a:tr>
              <a:tr h="329184">
                <a:tc>
                  <a:txBody>
                    <a:bodyPr/>
                    <a:lstStyle/>
                    <a:p>
                      <a:pPr marL="0" indent="0" algn="l">
                        <a:buNone/>
                      </a:pPr>
                      <a:r>
                        <a:rPr lang="ja-JP" sz="850" b="0">
                          <a:latin typeface="Noto Sans JP"/>
                          <a:ea typeface="Noto Sans JP"/>
                          <a:cs typeface="Noto Sans JP"/>
                        </a:rPr>
                        <a:t>相場の上昇を目的変数から切り離し、直近の傾きで先へ延ばす</a:t>
                      </a:r>
                    </a:p>
                  </a:txBody>
                  <a:tcPr marT="36576" marB="36576" marR="91425" marL="91425" anchor="ctr"/>
                </a:tc>
                <a:tc>
                  <a:txBody>
                    <a:bodyPr/>
                    <a:lstStyle/>
                    <a:p>
                      <a:pPr marL="0" indent="0" algn="l">
                        <a:buNone/>
                      </a:pPr>
                      <a:r>
                        <a:rPr lang="ja-JP" sz="850" b="0">
                          <a:latin typeface="Noto Sans JP"/>
                          <a:ea typeface="Noto Sans JP"/>
                          <a:cs typeface="Noto Sans JP"/>
                        </a:rPr>
                        <a:t>0.19664</a:t>
                      </a:r>
                    </a:p>
                  </a:txBody>
                  <a:tcPr marT="36576" marB="36576" marR="91425" marL="91425" anchor="ctr"/>
                </a:tc>
                <a:tc>
                  <a:txBody>
                    <a:bodyPr/>
                    <a:lstStyle/>
                    <a:p>
                      <a:pPr marL="0" indent="0" algn="l">
                        <a:buNone/>
                      </a:pPr>
                      <a:r>
                        <a:rPr lang="ja-JP" sz="850" b="0">
                          <a:latin typeface="Noto Sans JP"/>
                          <a:ea typeface="Noto Sans JP"/>
                          <a:cs typeface="Noto Sans JP"/>
                        </a:rPr>
                        <a:t>0.19709</a:t>
                      </a:r>
                    </a:p>
                  </a:txBody>
                  <a:tcPr marT="36576" marB="36576" marR="91425" marL="91425" anchor="ctr"/>
                </a:tc>
                <a:tc>
                  <a:txBody>
                    <a:bodyPr/>
                    <a:lstStyle/>
                    <a:p>
                      <a:pPr marL="0" indent="0" algn="l">
                        <a:buNone/>
                      </a:pPr>
                      <a:r>
                        <a:rPr lang="ja-JP" sz="850" b="0">
                          <a:latin typeface="Noto Sans JP"/>
                          <a:ea typeface="Noto Sans JP"/>
                          <a:cs typeface="Noto Sans JP"/>
                        </a:rPr>
                        <a:t>採用予定（レビュー中）。LB が最高</a:t>
                      </a:r>
                    </a:p>
                  </a:txBody>
                  <a:tcPr marT="36576" marB="36576" marR="91425" marL="91425" anchor="ctr"/>
                </a:tc>
              </a:tr>
              <a:tr h="329184">
                <a:tc>
                  <a:txBody>
                    <a:bodyPr/>
                    <a:lstStyle/>
                    <a:p>
                      <a:pPr marL="0" indent="0" algn="l">
                        <a:buNone/>
                      </a:pPr>
                      <a:r>
                        <a:rPr lang="ja-JP" sz="850" b="0">
                          <a:latin typeface="Noto Sans JP"/>
                          <a:ea typeface="Noto Sans JP"/>
                          <a:cs typeface="Noto Sans JP"/>
                        </a:rPr>
                        <a:t>単独：主要駅までの距離 ＋ 地区の緯度・経度</a:t>
                      </a:r>
                    </a:p>
                  </a:txBody>
                  <a:tcPr marT="36576" marB="36576" marR="91425" marL="91425" anchor="ctr"/>
                </a:tc>
                <a:tc>
                  <a:txBody>
                    <a:bodyPr/>
                    <a:lstStyle/>
                    <a:p>
                      <a:pPr marL="0" indent="0" algn="l">
                        <a:buNone/>
                      </a:pPr>
                      <a:r>
                        <a:rPr lang="ja-JP" sz="850" b="0">
                          <a:latin typeface="Noto Sans JP"/>
                          <a:ea typeface="Noto Sans JP"/>
                          <a:cs typeface="Noto Sans JP"/>
                        </a:rPr>
                        <a:t>0.19518</a:t>
                      </a:r>
                    </a:p>
                  </a:txBody>
                  <a:tcPr marT="36576" marB="36576" marR="91425" marL="91425" anchor="ctr"/>
                </a:tc>
                <a:tc>
                  <a:txBody>
                    <a:bodyPr/>
                    <a:lstStyle/>
                    <a:p>
                      <a:pPr marL="0" indent="0" algn="l">
                        <a:buNone/>
                      </a:pPr>
                      <a:r>
                        <a:rPr lang="ja-JP" sz="850" b="0">
                          <a:latin typeface="Noto Sans JP"/>
                          <a:ea typeface="Noto Sans JP"/>
                          <a:cs typeface="Noto Sans JP"/>
                        </a:rPr>
                        <a:t>—</a:t>
                      </a:r>
                    </a:p>
                  </a:txBody>
                  <a:tcPr marT="36576" marB="36576" marR="91425" marL="91425" anchor="ctr"/>
                </a:tc>
                <a:tc>
                  <a:txBody>
                    <a:bodyPr/>
                    <a:lstStyle/>
                    <a:p>
                      <a:pPr marL="0" indent="0" algn="l">
                        <a:buNone/>
                      </a:pPr>
                      <a:r>
                        <a:rPr lang="ja-JP" sz="850" b="0">
                          <a:latin typeface="Noto Sans JP"/>
                          <a:ea typeface="Noto Sans JP"/>
                          <a:cs typeface="Noto Sans JP"/>
                        </a:rPr>
                        <a:t>効果あり。緯度・経度を抜くと 0.19605</a:t>
                      </a:r>
                    </a:p>
                  </a:txBody>
                  <a:tcPr marT="36576" marB="36576" marR="91425" marL="91425" anchor="ctr"/>
                </a:tc>
              </a:tr>
              <a:tr h="329184">
                <a:tc>
                  <a:txBody>
                    <a:bodyPr/>
                    <a:lstStyle/>
                    <a:p>
                      <a:pPr marL="0" indent="0" algn="l">
                        <a:buNone/>
                      </a:pPr>
                      <a:r>
                        <a:rPr lang="ja-JP" sz="850" b="0">
                          <a:latin typeface="Noto Sans JP"/>
                          <a:ea typeface="Noto Sans JP"/>
                          <a:cs typeface="Noto Sans JP"/>
                        </a:rPr>
                        <a:t>単独：面積 × 築年数</a:t>
                      </a:r>
                    </a:p>
                  </a:txBody>
                  <a:tcPr marT="36576" marB="36576" marR="91425" marL="91425" anchor="ctr"/>
                </a:tc>
                <a:tc>
                  <a:txBody>
                    <a:bodyPr/>
                    <a:lstStyle/>
                    <a:p>
                      <a:pPr marL="0" indent="0" algn="l">
                        <a:buNone/>
                      </a:pPr>
                      <a:r>
                        <a:rPr lang="ja-JP" sz="850" b="0">
                          <a:latin typeface="Noto Sans JP"/>
                          <a:ea typeface="Noto Sans JP"/>
                          <a:cs typeface="Noto Sans JP"/>
                        </a:rPr>
                        <a:t>0.19599</a:t>
                      </a:r>
                    </a:p>
                  </a:txBody>
                  <a:tcPr marT="36576" marB="36576" marR="91425" marL="91425" anchor="ctr"/>
                </a:tc>
                <a:tc>
                  <a:txBody>
                    <a:bodyPr/>
                    <a:lstStyle/>
                    <a:p>
                      <a:pPr marL="0" indent="0" algn="l">
                        <a:buNone/>
                      </a:pPr>
                      <a:r>
                        <a:rPr lang="ja-JP" sz="850" b="0">
                          <a:latin typeface="Noto Sans JP"/>
                          <a:ea typeface="Noto Sans JP"/>
                          <a:cs typeface="Noto Sans JP"/>
                        </a:rPr>
                        <a:t>—</a:t>
                      </a:r>
                    </a:p>
                  </a:txBody>
                  <a:tcPr marT="36576" marB="36576" marR="91425" marL="91425" anchor="ctr"/>
                </a:tc>
                <a:tc>
                  <a:txBody>
                    <a:bodyPr/>
                    <a:lstStyle/>
                    <a:p>
                      <a:pPr marL="0" indent="0" algn="l">
                        <a:buNone/>
                      </a:pPr>
                      <a:r>
                        <a:rPr lang="ja-JP" sz="850" b="0">
                          <a:latin typeface="Noto Sans JP"/>
                          <a:ea typeface="Noto Sans JP"/>
                          <a:cs typeface="Noto Sans JP"/>
                        </a:rPr>
                        <a:t>効果あり。他コンペの 1 位で最も効いた列</a:t>
                      </a:r>
                    </a:p>
                  </a:txBody>
                  <a:tcPr marT="36576" marB="36576" marR="91425" marL="91425" anchor="ctr"/>
                </a:tc>
              </a:tr>
              <a:tr h="329184">
                <a:tc>
                  <a:txBody>
                    <a:bodyPr/>
                    <a:lstStyle/>
                    <a:p>
                      <a:pPr marL="0" indent="0" algn="l">
                        <a:buNone/>
                      </a:pPr>
                      <a:r>
                        <a:rPr lang="ja-JP" sz="850" b="0">
                          <a:latin typeface="Noto Sans JP"/>
                          <a:ea typeface="Noto Sans JP"/>
                          <a:cs typeface="Noto Sans JP"/>
                        </a:rPr>
                        <a:t>効かなかったもの：場所の特徴量・容積率の補完など（Huber 時点）、外れ値の重み・間取りの分解（相場の切り離しの上）</a:t>
                      </a:r>
                    </a:p>
                  </a:txBody>
                  <a:tcPr marT="36576" marB="36576" marR="91425" marL="91425" anchor="ctr"/>
                </a:tc>
                <a:tc>
                  <a:txBody>
                    <a:bodyPr/>
                    <a:lstStyle/>
                    <a:p>
                      <a:pPr marL="0" indent="0" algn="l">
                        <a:buNone/>
                      </a:pPr>
                      <a:r>
                        <a:rPr lang="ja-JP" sz="850" b="0">
                          <a:latin typeface="Noto Sans JP"/>
                          <a:ea typeface="Noto Sans JP"/>
                          <a:cs typeface="Noto Sans JP"/>
                        </a:rPr>
                        <a:t>差 0.0004 以内</a:t>
                      </a:r>
                    </a:p>
                  </a:txBody>
                  <a:tcPr marT="36576" marB="36576" marR="91425" marL="91425" anchor="ctr"/>
                </a:tc>
                <a:tc>
                  <a:txBody>
                    <a:bodyPr/>
                    <a:lstStyle/>
                    <a:p>
                      <a:pPr marL="0" indent="0" algn="l">
                        <a:buNone/>
                      </a:pPr>
                      <a:r>
                        <a:rPr lang="ja-JP" sz="850" b="0">
                          <a:latin typeface="Noto Sans JP"/>
                          <a:ea typeface="Noto Sans JP"/>
                          <a:cs typeface="Noto Sans JP"/>
                        </a:rPr>
                        <a:t>—</a:t>
                      </a:r>
                    </a:p>
                  </a:txBody>
                  <a:tcPr marT="36576" marB="36576" marR="91425" marL="91425" anchor="ctr"/>
                </a:tc>
                <a:tc>
                  <a:txBody>
                    <a:bodyPr/>
                    <a:lstStyle/>
                    <a:p>
                      <a:pPr marL="0" indent="0" algn="l">
                        <a:buNone/>
                      </a:pPr>
                      <a:r>
                        <a:rPr lang="ja-JP" sz="850" b="0">
                          <a:latin typeface="Noto Sans JP"/>
                          <a:ea typeface="Noto Sans JP"/>
                          <a:cs typeface="Noto Sans JP"/>
                        </a:rPr>
                        <a:t>不採用</a:t>
                      </a:r>
                    </a:p>
                  </a:txBody>
                  <a:tcPr marT="36576" marB="36576" marR="91425" marL="91425" anchor="ctr"/>
                </a:tc>
              </a:tr>
            </a:tbl>
          </a:graphicData>
        </a:graphic>
      </p:graphicFrame>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2" name="Shape 42"/>
        <p:cNvGrpSpPr/>
        <p:nvPr/>
      </p:nvGrpSpPr>
      <p:grpSpPr>
        <a:xfrm>
          <a:off x="0" y="0"/>
          <a:ext cx="0" cy="0"/>
          <a:chOff x="0" y="0"/>
          <a:chExt cx="0" cy="0"/>
        </a:xfrm>
      </p:grpSpPr>
      <p:sp>
        <p:nvSpPr>
          <p:cNvPr id="43" name="Google Shape;43;p8"/>
          <p:cNvSpPr txBox="1"/>
          <p:nvPr>
            <p:ph type="title"/>
          </p:nvPr>
        </p:nvSpPr>
        <p:spPr>
          <a:xfrm>
            <a:off x="311700" y="342225"/>
            <a:ext cx="8520600" cy="5727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b="1" lang="ja">
                <a:latin typeface="Noto Sans JP"/>
                <a:ea typeface="Noto Sans JP"/>
                <a:cs typeface="Noto Sans JP"/>
                <a:sym typeface="Noto Sans JP"/>
              </a:rPr>
              <a:t>AIの提案：採用したもの・却下したもの</a:t>
            </a:r>
            <a:endParaRPr b="1">
              <a:latin typeface="Noto Sans JP"/>
              <a:ea typeface="Noto Sans JP"/>
              <a:cs typeface="Noto Sans JP"/>
              <a:sym typeface="Noto Sans JP"/>
            </a:endParaRPr>
          </a:p>
        </p:txBody>
      </p:sp>
      <p:sp>
        <p:nvSpPr>
          <p:cNvPr id="44" name="Google Shape;44;p8"/>
          <p:cNvSpPr txBox="1"/>
          <p:nvPr>
            <p:ph idx="1" type="body"/>
          </p:nvPr>
        </p:nvSpPr>
        <p:spPr>
          <a:xfrm>
            <a:off x="311700" y="1000000"/>
            <a:ext cx="8520600" cy="600000"/>
          </a:xfrm>
          <a:prstGeom prst="rect">
            <a:avLst/>
          </a:prstGeom>
        </p:spPr>
        <p:txBody>
          <a:bodyPr anchorCtr="0" anchor="t" bIns="91425" lIns="91425" spcFirstLastPara="1" rIns="91425" wrap="square" tIns="91425">
            <a:noAutofit/>
          </a:bodyPr>
          <a:lstStyle/>
          <a:p>
            <a:pPr marL="0" indent="0" algn="l">
              <a:buNone/>
            </a:pPr>
            <a:r>
              <a:rPr lang="ja-JP" sz="1100" b="0"/>
              <a:t>構成と関数の分け方は AI の案を議論して直してから採用し、実験の案・集計・レビューは CV とデータで確かめて採否を決めた</a:t>
            </a:r>
          </a:p>
        </p:txBody>
      </p:sp>
      <p:graphicFrame>
        <p:nvGraphicFramePr>
          <p:cNvPr id="45" name="Google Shape;45;p8"/>
          <p:cNvGraphicFramePr/>
          <p:nvPr/>
        </p:nvGraphicFramePr>
        <p:xfrm>
          <a:off x="310896" y="1417320"/>
          <a:ext cx="8522208" cy="3054096"/>
        </p:xfrm>
        <a:graphic>
          <a:graphicData uri="http://schemas.openxmlformats.org/drawingml/2006/table">
            <a:tbl>
              <a:tblPr>
                <a:noFill/>
                <a:tableStyleId>{53CD3E5B-FE7B-4491-BB69-26453CF59F08}</a:tableStyleId>
              </a:tblPr>
              <a:tblGrid>
                <a:gridCol w="3108960"/>
                <a:gridCol w="1508760"/>
                <a:gridCol w="3904487"/>
              </a:tblGrid>
              <a:tr h="310896">
                <a:tc>
                  <a:txBody>
                    <a:bodyPr/>
                    <a:lstStyle/>
                    <a:p>
                      <a:pPr marL="0" indent="0" algn="l">
                        <a:buNone/>
                      </a:pPr>
                      <a:r>
                        <a:rPr lang="ja-JP" sz="1000" b="1">
                          <a:latin typeface="Noto Sans JP"/>
                          <a:ea typeface="Noto Sans JP"/>
                          <a:cs typeface="Noto Sans JP"/>
                        </a:rPr>
                        <a:t>AIの提案</a:t>
                      </a:r>
                    </a:p>
                  </a:txBody>
                  <a:tcPr marT="36576" marB="36576" marR="91425" marL="91425" anchor="ctr">
                    <a:solidFill>
                      <a:srgbClr val="E5EDF5"/>
                    </a:solidFill>
                  </a:tcPr>
                </a:tc>
                <a:tc>
                  <a:txBody>
                    <a:bodyPr/>
                    <a:lstStyle/>
                    <a:p>
                      <a:pPr marL="0" indent="0" algn="l">
                        <a:buNone/>
                      </a:pPr>
                      <a:r>
                        <a:rPr lang="ja-JP" sz="1000" b="1">
                          <a:latin typeface="Noto Sans JP"/>
                          <a:ea typeface="Noto Sans JP"/>
                          <a:cs typeface="Noto Sans JP"/>
                        </a:rPr>
                        <a:t>採用 / 却下</a:t>
                      </a:r>
                    </a:p>
                  </a:txBody>
                  <a:tcPr marT="36576" marB="36576" marR="91425" marL="91425" anchor="ctr">
                    <a:solidFill>
                      <a:srgbClr val="E5EDF5"/>
                    </a:solidFill>
                  </a:tcPr>
                </a:tc>
                <a:tc>
                  <a:txBody>
                    <a:bodyPr/>
                    <a:lstStyle/>
                    <a:p>
                      <a:pPr marL="0" indent="0" algn="l">
                        <a:buNone/>
                      </a:pPr>
                      <a:r>
                        <a:rPr lang="ja-JP" sz="1000" b="1">
                          <a:latin typeface="Noto Sans JP"/>
                          <a:ea typeface="Noto Sans JP"/>
                          <a:cs typeface="Noto Sans JP"/>
                        </a:rPr>
                        <a:t>理由（どう確かめたか）</a:t>
                      </a:r>
                    </a:p>
                  </a:txBody>
                  <a:tcPr marT="36576" marB="36576" marR="91425" marL="91425" anchor="ctr">
                    <a:solidFill>
                      <a:srgbClr val="E5EDF5"/>
                    </a:solidFill>
                  </a:tcPr>
                </a:tc>
              </a:tr>
              <a:tr h="457200">
                <a:tc>
                  <a:txBody>
                    <a:bodyPr/>
                    <a:lstStyle/>
                    <a:p>
                      <a:pPr marL="0" indent="0" algn="l">
                        <a:buNone/>
                      </a:pPr>
                      <a:r>
                        <a:rPr lang="ja-JP" sz="950" b="0">
                          <a:latin typeface="Noto Sans JP"/>
                          <a:ea typeface="Noto Sans JP"/>
                          <a:cs typeface="Noto Sans JP"/>
                        </a:rPr>
                        <a:t>構成：実験ごとに記録用のフォルダを作り、コードを工程番号つきのファイルに分ける</a:t>
                      </a:r>
                    </a:p>
                  </a:txBody>
                  <a:tcPr marT="36576" marB="36576" marR="91425" marL="91425" anchor="ctr"/>
                </a:tc>
                <a:tc>
                  <a:txBody>
                    <a:bodyPr/>
                    <a:lstStyle/>
                    <a:p>
                      <a:pPr marL="0" indent="0" algn="l">
                        <a:buNone/>
                      </a:pPr>
                      <a:r>
                        <a:rPr lang="ja-JP" sz="950" b="0">
                          <a:latin typeface="Noto Sans JP"/>
                          <a:ea typeface="Noto Sans JP"/>
                          <a:cs typeface="Noto Sans JP"/>
                        </a:rPr>
                        <a:t>修正して採用</a:t>
                      </a:r>
                    </a:p>
                  </a:txBody>
                  <a:tcPr marT="36576" marB="36576" marR="91425" marL="91425" anchor="ctr"/>
                </a:tc>
                <a:tc>
                  <a:txBody>
                    <a:bodyPr/>
                    <a:lstStyle/>
                    <a:p>
                      <a:pPr marL="0" indent="0" algn="l">
                        <a:buNone/>
                      </a:pPr>
                      <a:r>
                        <a:rPr lang="ja-JP" sz="950" b="0">
                          <a:latin typeface="Noto Sans JP"/>
                          <a:ea typeface="Noto Sans JP"/>
                          <a:cs typeface="Noto Sans JP"/>
                        </a:rPr>
                        <a:t>議論して、実験の記録は PR に一本化し、ファイルは前処理・学習データの選択など工程ごとに分ける形に直した</a:t>
                      </a:r>
                    </a:p>
                  </a:txBody>
                  <a:tcPr marT="36576" marB="36576" marR="91425" marL="91425" anchor="ctr"/>
                </a:tc>
              </a:tr>
              <a:tr h="457200">
                <a:tc>
                  <a:txBody>
                    <a:bodyPr/>
                    <a:lstStyle/>
                    <a:p>
                      <a:pPr marL="0" indent="0" algn="l">
                        <a:buNone/>
                      </a:pPr>
                      <a:r>
                        <a:rPr lang="ja-JP" sz="950" b="0">
                          <a:latin typeface="Noto Sans JP"/>
                          <a:ea typeface="Noto Sans JP"/>
                          <a:cs typeface="Noto Sans JP"/>
                        </a:rPr>
                        <a:t>関数の分け方：学習と予測を1つの関数で行う</a:t>
                      </a:r>
                    </a:p>
                  </a:txBody>
                  <a:tcPr marT="36576" marB="36576" marR="91425" marL="91425" anchor="ctr"/>
                </a:tc>
                <a:tc>
                  <a:txBody>
                    <a:bodyPr/>
                    <a:lstStyle/>
                    <a:p>
                      <a:pPr marL="0" indent="0" algn="l">
                        <a:buNone/>
                      </a:pPr>
                      <a:r>
                        <a:rPr lang="ja-JP" sz="950" b="0">
                          <a:latin typeface="Noto Sans JP"/>
                          <a:ea typeface="Noto Sans JP"/>
                          <a:cs typeface="Noto Sans JP"/>
                        </a:rPr>
                        <a:t>修正して採用</a:t>
                      </a:r>
                    </a:p>
                  </a:txBody>
                  <a:tcPr marT="36576" marB="36576" marR="91425" marL="91425" anchor="ctr"/>
                </a:tc>
                <a:tc>
                  <a:txBody>
                    <a:bodyPr/>
                    <a:lstStyle/>
                    <a:p>
                      <a:pPr marL="0" indent="0" algn="l">
                        <a:buNone/>
                      </a:pPr>
                      <a:r>
                        <a:rPr lang="ja-JP" sz="950" b="0">
                          <a:latin typeface="Noto Sans JP"/>
                          <a:ea typeface="Noto Sans JP"/>
                          <a:cs typeface="Noto Sans JP"/>
                        </a:rPr>
                        <a:t>CV 用と本番用に分けた</a:t>
                      </a:r>
                    </a:p>
                    <a:p>
                      <a:pPr marL="0" indent="0" algn="l">
                        <a:buNone/>
                      </a:pPr>
                      <a:r>
                        <a:rPr lang="ja-JP" sz="950" b="0">
                          <a:latin typeface="Noto Sans JP"/>
                          <a:ea typeface="Noto Sans JP"/>
                          <a:cs typeface="Noto Sans JP"/>
                        </a:rPr>
                        <a:t>分ける前後で CV が完全に一致することを確かめた</a:t>
                      </a:r>
                    </a:p>
                  </a:txBody>
                  <a:tcPr marT="36576" marB="36576" marR="91425" marL="91425" anchor="ctr"/>
                </a:tc>
              </a:tr>
              <a:tr h="457200">
                <a:tc>
                  <a:txBody>
                    <a:bodyPr/>
                    <a:lstStyle/>
                    <a:p>
                      <a:pPr marL="0" indent="0" algn="l">
                        <a:buNone/>
                      </a:pPr>
                      <a:r>
                        <a:rPr lang="ja-JP" sz="950" b="0">
                          <a:latin typeface="Noto Sans JP"/>
                          <a:ea typeface="Noto Sans JP"/>
                          <a:cs typeface="Noto Sans JP"/>
                        </a:rPr>
                        <a:t>実験の案：件数の少ないカテゴリでも木が分岐できるよう、パラメータを下げる</a:t>
                      </a:r>
                    </a:p>
                  </a:txBody>
                  <a:tcPr marT="36576" marB="36576" marR="91425" marL="91425" anchor="ctr"/>
                </a:tc>
                <a:tc>
                  <a:txBody>
                    <a:bodyPr/>
                    <a:lstStyle/>
                    <a:p>
                      <a:pPr marL="0" indent="0" algn="l">
                        <a:buNone/>
                      </a:pPr>
                      <a:r>
                        <a:rPr lang="ja-JP" sz="950" b="0">
                          <a:latin typeface="Noto Sans JP"/>
                          <a:ea typeface="Noto Sans JP"/>
                          <a:cs typeface="Noto Sans JP"/>
                        </a:rPr>
                        <a:t>却下</a:t>
                      </a:r>
                    </a:p>
                  </a:txBody>
                  <a:tcPr marT="36576" marB="36576" marR="91425" marL="91425" anchor="ctr"/>
                </a:tc>
                <a:tc>
                  <a:txBody>
                    <a:bodyPr/>
                    <a:lstStyle/>
                    <a:p>
                      <a:pPr marL="0" indent="0" algn="l">
                        <a:buNone/>
                      </a:pPr>
                      <a:r>
                        <a:rPr lang="ja-JP" sz="950" b="0">
                          <a:latin typeface="Noto Sans JP"/>
                          <a:ea typeface="Noto Sans JP"/>
                          <a:cs typeface="Noto Sans JP"/>
                        </a:rPr>
                        <a:t>CV が変わらず、逆向き（件数の少ないカテゴリを全体の平均に寄せる）のほうが効いた</a:t>
                      </a:r>
                    </a:p>
                  </a:txBody>
                  <a:tcPr marT="36576" marB="36576" marR="91425" marL="91425" anchor="ctr"/>
                </a:tc>
              </a:tr>
              <a:tr h="457200">
                <a:tc>
                  <a:txBody>
                    <a:bodyPr/>
                    <a:lstStyle/>
                    <a:p>
                      <a:pPr marL="0" indent="0" algn="l">
                        <a:buNone/>
                      </a:pPr>
                      <a:r>
                        <a:rPr lang="ja-JP" sz="950" b="0">
                          <a:latin typeface="Noto Sans JP"/>
                          <a:ea typeface="Noto Sans JP"/>
                          <a:cs typeface="Noto Sans JP"/>
                        </a:rPr>
                        <a:t>集計：価格のばらつきのうち、容積率で説明できる割合は 0.6%</a:t>
                      </a:r>
                    </a:p>
                  </a:txBody>
                  <a:tcPr marT="36576" marB="36576" marR="91425" marL="91425" anchor="ctr"/>
                </a:tc>
                <a:tc>
                  <a:txBody>
                    <a:bodyPr/>
                    <a:lstStyle/>
                    <a:p>
                      <a:pPr marL="0" indent="0" algn="l">
                        <a:buNone/>
                      </a:pPr>
                      <a:r>
                        <a:rPr lang="ja-JP" sz="950" b="0">
                          <a:latin typeface="Noto Sans JP"/>
                          <a:ea typeface="Noto Sans JP"/>
                          <a:cs typeface="Noto Sans JP"/>
                        </a:rPr>
                        <a:t>却下（数値を訂正）</a:t>
                      </a:r>
                    </a:p>
                  </a:txBody>
                  <a:tcPr marT="36576" marB="36576" marR="91425" marL="91425" anchor="ctr"/>
                </a:tc>
                <a:tc>
                  <a:txBody>
                    <a:bodyPr/>
                    <a:lstStyle/>
                    <a:p>
                      <a:pPr marL="0" indent="0" algn="l">
                        <a:buNone/>
                      </a:pPr>
                      <a:r>
                        <a:rPr lang="ja-JP" sz="950" b="0">
                          <a:latin typeface="Noto Sans JP"/>
                          <a:ea typeface="Noto Sans JP"/>
                          <a:cs typeface="Noto Sans JP"/>
                        </a:rPr>
                        <a:t>条件を変えて数え直し、値が1種類しかない地区まで混ぜていた誤りを見つけた（正しくは 0.9%）</a:t>
                      </a:r>
                    </a:p>
                  </a:txBody>
                  <a:tcPr marT="36576" marB="36576" marR="91425" marL="91425" anchor="ctr"/>
                </a:tc>
              </a:tr>
              <a:tr h="457200">
                <a:tc>
                  <a:txBody>
                    <a:bodyPr/>
                    <a:lstStyle/>
                    <a:p>
                      <a:pPr marL="0" indent="0" algn="l">
                        <a:buNone/>
                      </a:pPr>
                      <a:r>
                        <a:rPr lang="ja-JP" sz="950" b="0">
                          <a:latin typeface="Noto Sans JP"/>
                          <a:ea typeface="Noto Sans JP"/>
                          <a:cs typeface="Noto Sans JP"/>
                        </a:rPr>
                        <a:t>PR のレビュー：較正の移植で見つけた不具合 2 件</a:t>
                      </a:r>
                    </a:p>
                  </a:txBody>
                  <a:tcPr marT="36576" marB="36576" marR="91425" marL="91425" anchor="ctr"/>
                </a:tc>
                <a:tc>
                  <a:txBody>
                    <a:bodyPr/>
                    <a:lstStyle/>
                    <a:p>
                      <a:pPr marL="0" indent="0" algn="l">
                        <a:buNone/>
                      </a:pPr>
                      <a:r>
                        <a:rPr lang="ja-JP" sz="950" b="0">
                          <a:latin typeface="Noto Sans JP"/>
                          <a:ea typeface="Noto Sans JP"/>
                          <a:cs typeface="Noto Sans JP"/>
                        </a:rPr>
                        <a:t>採用</a:t>
                      </a:r>
                    </a:p>
                  </a:txBody>
                  <a:tcPr marT="36576" marB="36576" marR="91425" marL="91425" anchor="ctr"/>
                </a:tc>
                <a:tc>
                  <a:txBody>
                    <a:bodyPr/>
                    <a:lstStyle/>
                    <a:p>
                      <a:pPr marL="0" indent="0" algn="l">
                        <a:buNone/>
                      </a:pPr>
                      <a:r>
                        <a:rPr lang="ja-JP" sz="950" b="0">
                          <a:latin typeface="Noto Sans JP"/>
                          <a:ea typeface="Noto Sans JP"/>
                          <a:cs typeface="Noto Sans JP"/>
                        </a:rPr>
                        <a:t>直したあとも CV が変わらないことを確かめた</a:t>
                      </a:r>
                    </a:p>
                  </a:txBody>
                  <a:tcPr marT="36576" marB="36576" marR="91425" marL="91425" anchor="ctr"/>
                </a:tc>
              </a:tr>
              <a:tr h="457200">
                <a:tc>
                  <a:txBody>
                    <a:bodyPr/>
                    <a:lstStyle/>
                    <a:p>
                      <a:pPr marL="0" indent="0" algn="l">
                        <a:buNone/>
                      </a:pPr>
                      <a:r>
                        <a:rPr lang="ja-JP" sz="950" b="0">
                          <a:latin typeface="Noto Sans JP"/>
                          <a:ea typeface="Noto Sans JP"/>
                          <a:cs typeface="Noto Sans JP"/>
                        </a:rPr>
                        <a:t>PR のレビュー：相場の指数で、件数で重みをつけた分位点と、欠けた四半期の埋め方がおかしい</a:t>
                      </a:r>
                    </a:p>
                  </a:txBody>
                  <a:tcPr marT="36576" marB="36576" marR="91425" marL="91425" anchor="ctr"/>
                </a:tc>
                <a:tc>
                  <a:txBody>
                    <a:bodyPr/>
                    <a:lstStyle/>
                    <a:p>
                      <a:pPr marL="0" indent="0" algn="l">
                        <a:buNone/>
                      </a:pPr>
                      <a:r>
                        <a:rPr lang="ja-JP" sz="950" b="0">
                          <a:latin typeface="Noto Sans JP"/>
                          <a:ea typeface="Noto Sans JP"/>
                          <a:cs typeface="Noto Sans JP"/>
                        </a:rPr>
                        <a:t>却下</a:t>
                      </a:r>
                    </a:p>
                  </a:txBody>
                  <a:tcPr marT="36576" marB="36576" marR="91425" marL="91425" anchor="ctr"/>
                </a:tc>
                <a:tc>
                  <a:txBody>
                    <a:bodyPr/>
                    <a:lstStyle/>
                    <a:p>
                      <a:pPr marL="0" indent="0" algn="l">
                        <a:buNone/>
                      </a:pPr>
                      <a:r>
                        <a:rPr lang="ja-JP" sz="950" b="0">
                          <a:latin typeface="Noto Sans JP"/>
                          <a:ea typeface="Noto Sans JP"/>
                          <a:cs typeface="Noto Sans JP"/>
                        </a:rPr>
                        <a:t>データで確かめ、前者はわざと（価格帯ごとの件数をそろえて指数を安定させる）、後者は今のデータでは起きないと分かった</a:t>
                      </a:r>
                    </a:p>
                  </a:txBody>
                  <a:tcPr marT="36576" marB="36576" marR="91425" marL="91425" anchor="ctr"/>
                </a:tc>
              </a:tr>
            </a:tbl>
          </a:graphicData>
        </a:graphic>
      </p:graphicFrame>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9" name="Shape 49"/>
        <p:cNvGrpSpPr/>
        <p:nvPr/>
      </p:nvGrpSpPr>
      <p:grpSpPr>
        <a:xfrm>
          <a:off x="0" y="0"/>
          <a:ext cx="0" cy="0"/>
          <a:chOff x="0" y="0"/>
          <a:chExt cx="0" cy="0"/>
        </a:xfrm>
      </p:grpSpPr>
      <p:sp>
        <p:nvSpPr>
          <p:cNvPr id="50" name="Google Shape;50;p9"/>
          <p:cNvSpPr txBox="1"/>
          <p:nvPr>
            <p:ph type="title"/>
          </p:nvPr>
        </p:nvSpPr>
        <p:spPr>
          <a:xfrm>
            <a:off x="311700" y="342225"/>
            <a:ext cx="8520600" cy="5727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b="1" lang="ja">
                <a:latin typeface="Noto Sans JP"/>
                <a:ea typeface="Noto Sans JP"/>
                <a:cs typeface="Noto Sans JP"/>
                <a:sym typeface="Noto Sans JP"/>
              </a:rPr>
              <a:t>共同開発方法</a:t>
            </a:r>
            <a:endParaRPr b="1">
              <a:latin typeface="Noto Sans JP"/>
              <a:ea typeface="Noto Sans JP"/>
              <a:cs typeface="Noto Sans JP"/>
              <a:sym typeface="Noto Sans JP"/>
            </a:endParaRPr>
          </a:p>
        </p:txBody>
      </p:sp>
      <p:sp>
        <p:nvSpPr>
          <p:cNvPr id="51" name="Google Shape;51;p9"/>
          <p:cNvSpPr txBox="1"/>
          <p:nvPr>
            <p:ph idx="1" type="body"/>
          </p:nvPr>
        </p:nvSpPr>
        <p:spPr>
          <a:xfrm>
            <a:off x="311700" y="896112"/>
            <a:ext cx="8520600" cy="3794760"/>
          </a:xfrm>
          <a:prstGeom prst="rect">
            <a:avLst/>
          </a:prstGeom>
        </p:spPr>
        <p:txBody>
          <a:bodyPr anchorCtr="0" anchor="t" bIns="91425" lIns="91425" spcFirstLastPara="1" rIns="91425" wrap="square" tIns="91425">
            <a:noAutofit/>
          </a:bodyPr>
          <a:lstStyle/>
          <a:p>
            <a:pPr lvl="0" marL="228600" indent="-228600" algn="l">
              <a:spcBef>
                <a:spcPts val="50"/>
              </a:spcBef>
              <a:spcAft>
                <a:spcPts val="0"/>
              </a:spcAft>
              <a:buClr>
                <a:srgbClr val="000000"/>
              </a:buClr>
              <a:buSzPct val="80000"/>
              <a:buFont typeface="Arial"/>
              <a:buChar char="●"/>
            </a:pPr>
            <a:r>
              <a:rPr lang="ja-JP" sz="1150" b="1"/>
              <a:t>GitHub の使い方</a:t>
            </a:r>
          </a:p>
          <a:p>
            <a:pPr lvl="1" marL="457200" indent="-228600" algn="l">
              <a:spcBef>
                <a:spcPts val="50"/>
              </a:spcBef>
              <a:spcAft>
                <a:spcPts val="0"/>
              </a:spcAft>
              <a:buClr>
                <a:srgbClr val="737373"/>
              </a:buClr>
              <a:buSzPct val="90000"/>
              <a:buFont typeface="Arial"/>
              <a:buChar char="○"/>
            </a:pPr>
            <a:r>
              <a:rPr lang="ja-JP" sz="1050" b="0"/>
              <a:t>実験は Issue → ブランチ → PR の流れで進め、PR の本文に「main の CV → この PR の CV」を書く</a:t>
            </a:r>
          </a:p>
          <a:p>
            <a:pPr lvl="1" marL="457200" indent="-228600" algn="l">
              <a:spcBef>
                <a:spcPts val="50"/>
              </a:spcBef>
              <a:spcAft>
                <a:spcPts val="0"/>
              </a:spcAft>
              <a:buClr>
                <a:srgbClr val="737373"/>
              </a:buClr>
              <a:buSzPct val="90000"/>
              <a:buFont typeface="Arial"/>
              <a:buChar char="○"/>
            </a:pPr>
            <a:r>
              <a:rPr lang="ja-JP" sz="1050" b="0"/>
              <a:t>CV が良くならなかった実験も、結果を書いて「不採用」ラベルで閉じ、同じ実験を二度試さないようにする</a:t>
            </a:r>
          </a:p>
          <a:p>
            <a:pPr lvl="1" marL="457200" indent="-228600" algn="l">
              <a:spcBef>
                <a:spcPts val="50"/>
              </a:spcBef>
              <a:spcAft>
                <a:spcPts val="0"/>
              </a:spcAft>
              <a:buClr>
                <a:srgbClr val="737373"/>
              </a:buClr>
              <a:buSzPct val="90000"/>
              <a:buFont typeface="Arial"/>
              <a:buChar char="○"/>
            </a:pPr>
            <a:r>
              <a:rPr lang="ja-JP" sz="1050" b="0"/>
              <a:t>レビューは藤瀬が中心に行い、AI のレビューの指摘もあわせて直してからマージする</a:t>
            </a:r>
          </a:p>
          <a:p>
            <a:pPr lvl="0" marL="228600" indent="-228600" algn="l">
              <a:spcBef>
                <a:spcPts val="350"/>
              </a:spcBef>
              <a:spcAft>
                <a:spcPts val="0"/>
              </a:spcAft>
              <a:buClr>
                <a:srgbClr val="000000"/>
              </a:buClr>
              <a:buSzPct val="80000"/>
              <a:buFont typeface="Arial"/>
              <a:buChar char="●"/>
            </a:pPr>
            <a:r>
              <a:rPr lang="ja-JP" sz="1150" b="1"/>
              <a:t>実験の記録</a:t>
            </a:r>
          </a:p>
          <a:p>
            <a:pPr lvl="1" marL="457200" indent="-228600" algn="l">
              <a:spcBef>
                <a:spcPts val="50"/>
              </a:spcBef>
              <a:spcAft>
                <a:spcPts val="0"/>
              </a:spcAft>
              <a:buClr>
                <a:srgbClr val="737373"/>
              </a:buClr>
              <a:buSzPct val="90000"/>
              <a:buFont typeface="Arial"/>
              <a:buChar char="○"/>
            </a:pPr>
            <a:r>
              <a:rPr lang="ja-JP" sz="1050" b="0"/>
              <a:t>seed（42）とパラメータはコードに固定し、変えたときは PR に書く</a:t>
            </a:r>
          </a:p>
          <a:p>
            <a:pPr lvl="1" marL="457200" indent="-228600" algn="l">
              <a:spcBef>
                <a:spcPts val="50"/>
              </a:spcBef>
              <a:spcAft>
                <a:spcPts val="0"/>
              </a:spcAft>
              <a:buClr>
                <a:srgbClr val="737373"/>
              </a:buClr>
              <a:buSzPct val="90000"/>
              <a:buFont typeface="Arial"/>
              <a:buChar char="○"/>
            </a:pPr>
            <a:r>
              <a:rPr lang="ja-JP" sz="1050" b="0"/>
              <a:t>PR に fold ごとの CV・比べた main のコミット・Public LB を書く</a:t>
            </a:r>
          </a:p>
          <a:p>
            <a:pPr lvl="0" marL="228600" indent="-228600" algn="l">
              <a:spcBef>
                <a:spcPts val="350"/>
              </a:spcBef>
              <a:spcAft>
                <a:spcPts val="0"/>
              </a:spcAft>
              <a:buClr>
                <a:srgbClr val="000000"/>
              </a:buClr>
              <a:buSzPct val="80000"/>
              <a:buFont typeface="Arial"/>
              <a:buChar char="●"/>
            </a:pPr>
            <a:r>
              <a:rPr lang="ja-JP" sz="1150" b="1"/>
              <a:t>AIへの指示ファイル（CLAUDE.md・AGENTS.md）</a:t>
            </a:r>
          </a:p>
          <a:p>
            <a:pPr lvl="1" marL="457200" indent="-228600" algn="l">
              <a:spcBef>
                <a:spcPts val="50"/>
              </a:spcBef>
              <a:spcAft>
                <a:spcPts val="0"/>
              </a:spcAft>
              <a:buClr>
                <a:srgbClr val="737373"/>
              </a:buClr>
              <a:buSzPct val="90000"/>
              <a:buFont typeface="Arial"/>
              <a:buChar char="○"/>
            </a:pPr>
            <a:r>
              <a:rPr lang="ja-JP" sz="1050" b="0"/>
              <a:t>テスト期間（2025年第3四半期以降）の取引データを取得・参照しない規約</a:t>
            </a:r>
          </a:p>
          <a:p>
            <a:pPr lvl="1" marL="457200" indent="-228600" algn="l">
              <a:spcBef>
                <a:spcPts val="50"/>
              </a:spcBef>
              <a:spcAft>
                <a:spcPts val="0"/>
              </a:spcAft>
              <a:buClr>
                <a:srgbClr val="737373"/>
              </a:buClr>
              <a:buSzPct val="90000"/>
              <a:buFont typeface="Arial"/>
              <a:buChar char="○"/>
            </a:pPr>
            <a:r>
              <a:rPr lang="ja-JP" sz="1050" b="0"/>
              <a:t>検証の方法を合意なしに変えないこと、target encoding など価格を使う特徴量は fold ごとに作ること</a:t>
            </a:r>
          </a:p>
          <a:p>
            <a:pPr lvl="1" marL="457200" indent="-228600" algn="l">
              <a:spcBef>
                <a:spcPts val="50"/>
              </a:spcBef>
              <a:spcAft>
                <a:spcPts val="0"/>
              </a:spcAft>
              <a:buClr>
                <a:srgbClr val="737373"/>
              </a:buClr>
              <a:buSzPct val="90000"/>
              <a:buFont typeface="Arial"/>
              <a:buChar char="○"/>
            </a:pPr>
            <a:r>
              <a:rPr lang="ja-JP" sz="1050" b="0"/>
              <a:t>型ヒント・docstring・変数名・関数名の決まり</a:t>
            </a:r>
          </a:p>
          <a:p>
            <a:pPr lvl="0" marL="228600" indent="-228600" algn="l">
              <a:spcBef>
                <a:spcPts val="350"/>
              </a:spcBef>
              <a:spcAft>
                <a:spcPts val="0"/>
              </a:spcAft>
              <a:buClr>
                <a:srgbClr val="000000"/>
              </a:buClr>
              <a:buSzPct val="80000"/>
              <a:buFont typeface="Arial"/>
              <a:buChar char="●"/>
            </a:pPr>
            <a:r>
              <a:rPr lang="ja-JP" sz="1150" b="1"/>
              <a:t>グループ内の情報共有</a:t>
            </a:r>
          </a:p>
          <a:p>
            <a:pPr lvl="1" marL="457200" indent="-228600" algn="l">
              <a:spcBef>
                <a:spcPts val="50"/>
              </a:spcBef>
              <a:spcAft>
                <a:spcPts val="0"/>
              </a:spcAft>
              <a:buClr>
                <a:srgbClr val="737373"/>
              </a:buClr>
              <a:buSzPct val="90000"/>
              <a:buFont typeface="Arial"/>
              <a:buChar char="○"/>
            </a:pPr>
            <a:r>
              <a:rPr lang="ja-JP" sz="1050" b="0"/>
              <a:t>連絡は Discord で行い、PR を出したら全体チャンネルで報告して、全員が確認する</a:t>
            </a:r>
          </a:p>
          <a:p>
            <a:pPr lvl="1" marL="457200" indent="-228600" algn="l">
              <a:spcBef>
                <a:spcPts val="50"/>
              </a:spcBef>
              <a:spcAft>
                <a:spcPts val="0"/>
              </a:spcAft>
              <a:buClr>
                <a:srgbClr val="737373"/>
              </a:buClr>
              <a:buSzPct val="90000"/>
              <a:buFont typeface="Arial"/>
              <a:buChar char="○"/>
            </a:pPr>
            <a:r>
              <a:rPr lang="ja-JP" sz="1050" b="0"/>
              <a:t>submission チャンネルで日ごとの提出担当を割り当て、提出した PR を報告する</a:t>
            </a:r>
          </a:p>
          <a:p>
            <a:pPr lvl="1" marL="457200" indent="-228600" algn="l">
              <a:spcBef>
                <a:spcPts val="50"/>
              </a:spcBef>
              <a:spcAft>
                <a:spcPts val="0"/>
              </a:spcAft>
              <a:buClr>
                <a:srgbClr val="737373"/>
              </a:buClr>
              <a:buSzPct val="90000"/>
              <a:buFont typeface="Arial"/>
              <a:buChar char="○"/>
            </a:pPr>
            <a:r>
              <a:rPr lang="ja-JP" sz="1050" b="0"/>
              <a:t>10/11 に全員で MTG を開き、土台の構成と担当を決めた</a:t>
            </a: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5" name="Shape 55"/>
        <p:cNvGrpSpPr/>
        <p:nvPr/>
      </p:nvGrpSpPr>
      <p:grpSpPr>
        <a:xfrm>
          <a:off x="0" y="0"/>
          <a:ext cx="0" cy="0"/>
          <a:chOff x="0" y="0"/>
          <a:chExt cx="0" cy="0"/>
        </a:xfrm>
      </p:grpSpPr>
      <p:sp>
        <p:nvSpPr>
          <p:cNvPr id="56" name="Google Shape;56;p10"/>
          <p:cNvSpPr txBox="1"/>
          <p:nvPr>
            <p:ph type="title"/>
          </p:nvPr>
        </p:nvSpPr>
        <p:spPr>
          <a:xfrm>
            <a:off x="311700" y="342225"/>
            <a:ext cx="8520600" cy="5727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b="1" lang="ja">
                <a:latin typeface="Noto Sans JP"/>
                <a:ea typeface="Noto Sans JP"/>
                <a:cs typeface="Noto Sans JP"/>
                <a:sym typeface="Noto Sans JP"/>
              </a:rPr>
              <a:t>ここまでの進め方で良かった点・悪かった点</a:t>
            </a:r>
            <a:endParaRPr b="1">
              <a:latin typeface="Noto Sans JP"/>
              <a:ea typeface="Noto Sans JP"/>
              <a:cs typeface="Noto Sans JP"/>
              <a:sym typeface="Noto Sans JP"/>
            </a:endParaRPr>
          </a:p>
        </p:txBody>
      </p:sp>
      <p:sp>
        <p:nvSpPr>
          <p:cNvPr id="57" name="Google Shape;57;p10"/>
          <p:cNvSpPr txBox="1"/>
          <p:nvPr>
            <p:ph idx="1" type="body"/>
          </p:nvPr>
        </p:nvSpPr>
        <p:spPr>
          <a:xfrm>
            <a:off x="311700" y="1066700"/>
            <a:ext cx="8520600" cy="3502200"/>
          </a:xfrm>
          <a:prstGeom prst="rect">
            <a:avLst/>
          </a:prstGeom>
        </p:spPr>
        <p:txBody>
          <a:bodyPr anchorCtr="0" anchor="t" bIns="91425" lIns="91425" spcFirstLastPara="1" rIns="91425" wrap="square" tIns="91425">
            <a:noAutofit/>
          </a:bodyPr>
          <a:lstStyle/>
          <a:p>
            <a:pPr lvl="0" marL="228600" indent="-228600" algn="l">
              <a:spcBef>
                <a:spcPts val="50"/>
              </a:spcBef>
              <a:spcAft>
                <a:spcPts val="0"/>
              </a:spcAft>
              <a:buClr>
                <a:srgbClr val="000000"/>
              </a:buClr>
              <a:buSzPct val="80000"/>
              <a:buFont typeface="Arial"/>
              <a:buChar char="●"/>
            </a:pPr>
            <a:r>
              <a:rPr lang="ja-JP" sz="1200" b="1"/>
              <a:t>良かった点</a:t>
            </a:r>
          </a:p>
          <a:p>
            <a:pPr lvl="1" marL="457200" indent="-228600" algn="l">
              <a:spcBef>
                <a:spcPts val="50"/>
              </a:spcBef>
              <a:spcAft>
                <a:spcPts val="0"/>
              </a:spcAft>
              <a:buClr>
                <a:srgbClr val="737373"/>
              </a:buClr>
              <a:buSzPct val="90000"/>
              <a:buFont typeface="Arial"/>
              <a:buChar char="○"/>
            </a:pPr>
            <a:r>
              <a:rPr lang="ja-JP" sz="1100" b="0"/>
              <a:t>チームの土台の上では全員が同じ時系列 CV で比べたので、施策の良し悪しを同じ基準で判断できた</a:t>
            </a:r>
          </a:p>
          <a:p>
            <a:pPr lvl="1" marL="457200" indent="-228600" algn="l">
              <a:spcBef>
                <a:spcPts val="50"/>
              </a:spcBef>
              <a:spcAft>
                <a:spcPts val="0"/>
              </a:spcAft>
              <a:buClr>
                <a:srgbClr val="737373"/>
              </a:buClr>
              <a:buSzPct val="90000"/>
              <a:buFont typeface="Arial"/>
              <a:buChar char="○"/>
            </a:pPr>
            <a:r>
              <a:rPr lang="ja-JP" sz="1100" b="0"/>
              <a:t>CV と LB のずれを提出で切り分け、isotonic 較正が test で効いていないと分かって外せた</a:t>
            </a:r>
          </a:p>
          <a:p>
            <a:pPr lvl="1" marL="457200" indent="-228600" algn="l">
              <a:spcBef>
                <a:spcPts val="50"/>
              </a:spcBef>
              <a:spcAft>
                <a:spcPts val="0"/>
              </a:spcAft>
              <a:buClr>
                <a:srgbClr val="737373"/>
              </a:buClr>
              <a:buSzPct val="90000"/>
              <a:buFont typeface="Arial"/>
              <a:buChar char="○"/>
            </a:pPr>
            <a:r>
              <a:rPr lang="ja-JP" sz="1100" b="0"/>
              <a:t>AI のレビューの指摘も、設計の元にした EDA の値も、データで確かめてから採否を決めた</a:t>
            </a:r>
          </a:p>
          <a:p>
            <a:pPr lvl="1" marL="457200" indent="-228600" algn="l">
              <a:spcBef>
                <a:spcPts val="50"/>
              </a:spcBef>
              <a:spcAft>
                <a:spcPts val="0"/>
              </a:spcAft>
              <a:buClr>
                <a:srgbClr val="737373"/>
              </a:buClr>
              <a:buSzPct val="90000"/>
              <a:buFont typeface="Arial"/>
              <a:buChar char="○"/>
            </a:pPr>
            <a:r>
              <a:rPr lang="ja-JP" sz="1100" b="0"/>
              <a:t>不採用の実験も PR に残し、同じ実験を二度試さずに済んだ</a:t>
            </a:r>
          </a:p>
          <a:p>
            <a:pPr lvl="0" marL="228600" indent="-228600" algn="l">
              <a:spcBef>
                <a:spcPts val="350"/>
              </a:spcBef>
              <a:spcAft>
                <a:spcPts val="0"/>
              </a:spcAft>
              <a:buClr>
                <a:srgbClr val="000000"/>
              </a:buClr>
              <a:buSzPct val="80000"/>
              <a:buFont typeface="Arial"/>
              <a:buChar char="●"/>
            </a:pPr>
            <a:r>
              <a:rPr lang="ja-JP" sz="1200" b="1"/>
              <a:t>悪かった点</a:t>
            </a:r>
          </a:p>
          <a:p>
            <a:pPr lvl="1" marL="457200" indent="-228600" algn="l">
              <a:spcBef>
                <a:spcPts val="50"/>
              </a:spcBef>
              <a:spcAft>
                <a:spcPts val="0"/>
              </a:spcAft>
              <a:buClr>
                <a:srgbClr val="737373"/>
              </a:buClr>
              <a:buSzPct val="90000"/>
              <a:buFont typeface="Arial"/>
              <a:buChar char="○"/>
            </a:pPr>
            <a:r>
              <a:rPr lang="ja-JP" sz="1100" b="0"/>
              <a:t>土台の整備に時間がかかり、実験の着手が遅れた</a:t>
            </a:r>
          </a:p>
          <a:p>
            <a:pPr lvl="1" marL="457200" indent="-228600" algn="l">
              <a:spcBef>
                <a:spcPts val="50"/>
              </a:spcBef>
              <a:spcAft>
                <a:spcPts val="0"/>
              </a:spcAft>
              <a:buClr>
                <a:srgbClr val="737373"/>
              </a:buClr>
              <a:buSzPct val="90000"/>
              <a:buFont typeface="Arial"/>
              <a:buChar char="○"/>
            </a:pPr>
            <a:r>
              <a:rPr lang="ja-JP" sz="1100" b="0"/>
              <a:t>isotonic 較正を CV だけで「採用予定」にし、LB で悪化すると分かるまで時間がかかった</a:t>
            </a:r>
          </a:p>
          <a:p>
            <a:pPr lvl="1" marL="457200" indent="-228600" algn="l">
              <a:spcBef>
                <a:spcPts val="50"/>
              </a:spcBef>
              <a:spcAft>
                <a:spcPts val="0"/>
              </a:spcAft>
              <a:buClr>
                <a:srgbClr val="737373"/>
              </a:buClr>
              <a:buSzPct val="90000"/>
              <a:buFont typeface="Arial"/>
              <a:buChar char="○"/>
            </a:pPr>
            <a:r>
              <a:rPr lang="ja-JP" sz="1100" b="0"/>
              <a:t>EDA で決めた値（2021 年で区切る・価格帯は 5 つ）に根拠がなかった（結果への影響はほぼなし）</a:t>
            </a:r>
          </a:p>
          <a:p>
            <a:pPr lvl="0" marL="228600" indent="-228600" algn="l">
              <a:spcBef>
                <a:spcPts val="350"/>
              </a:spcBef>
              <a:spcAft>
                <a:spcPts val="0"/>
              </a:spcAft>
              <a:buClr>
                <a:srgbClr val="000000"/>
              </a:buClr>
              <a:buSzPct val="80000"/>
              <a:buFont typeface="Arial"/>
              <a:buChar char="●"/>
            </a:pPr>
            <a:r>
              <a:rPr lang="ja-JP" sz="1200" b="1"/>
              <a:t>最終報告までに変えること</a:t>
            </a:r>
          </a:p>
          <a:p>
            <a:pPr lvl="1" marL="457200" indent="-228600" algn="l">
              <a:spcBef>
                <a:spcPts val="50"/>
              </a:spcBef>
              <a:spcAft>
                <a:spcPts val="0"/>
              </a:spcAft>
              <a:buClr>
                <a:srgbClr val="737373"/>
              </a:buClr>
              <a:buSzPct val="90000"/>
              <a:buFont typeface="Arial"/>
              <a:buChar char="○"/>
            </a:pPr>
            <a:r>
              <a:rPr lang="ja-JP" sz="1100" b="0"/>
              <a:t>提出の担当者が自分で main を動かして提出し、コードの理解とコミットが1人に偏らないようにする</a:t>
            </a:r>
          </a:p>
          <a:p>
            <a:pPr lvl="1" marL="457200" indent="-228600" algn="l">
              <a:spcBef>
                <a:spcPts val="50"/>
              </a:spcBef>
              <a:spcAft>
                <a:spcPts val="0"/>
              </a:spcAft>
              <a:buClr>
                <a:srgbClr val="737373"/>
              </a:buClr>
              <a:buSzPct val="90000"/>
              <a:buFont typeface="Arial"/>
              <a:buChar char="○"/>
            </a:pPr>
            <a:r>
              <a:rPr lang="ja-JP" sz="1100" b="0"/>
              <a:t>単独で効いた特徴量（主要駅までの距離・面積 × 築年数）を積み上げ、相場の延ばし方を見直し、モデルを混ぜる</a:t>
            </a:r>
          </a:p>
        </p:txBody>
      </p:sp>
    </p:spTree>
  </p:cSld>
  <p:clrMapOvr>
    <a:masterClrMapping/>
  </p:clrMapOvr>
</p:sld>
</file>

<file path=ppt/theme/theme1.xml><?xml version="1.0" encoding="utf-8"?>
<a:theme xmlns:a="http://schemas.openxmlformats.org/drawingml/2006/main" xmlns:r="http://schemas.openxmlformats.org/officeDocument/2006/relationships">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Simple Light">
  <a:themeElements>
    <a:clrScheme name="Simple Light">
      <a:dk1>
        <a:srgbClr val="000000"/>
      </a:dk1>
      <a:lt1>
        <a:srgbClr val="FFFFFF"/>
      </a:lt1>
      <a:dk2>
        <a:srgbClr val="595959"/>
      </a:dk2>
      <a:lt2>
        <a:srgbClr val="EEEEEE"/>
      </a:lt2>
      <a:accent1>
        <a:srgbClr val="4285F4"/>
      </a:accent1>
      <a:accent2>
        <a:srgbClr val="212121"/>
      </a:accent2>
      <a:accent3>
        <a:srgbClr val="78909C"/>
      </a:accent3>
      <a:accent4>
        <a:srgbClr val="FFAB40"/>
      </a:accent4>
      <a:accent5>
        <a:srgbClr val="0097A7"/>
      </a:accent5>
      <a:accent6>
        <a:srgbClr val="EEFF41"/>
      </a:accent6>
      <a:hlink>
        <a:srgbClr val="0097A7"/>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