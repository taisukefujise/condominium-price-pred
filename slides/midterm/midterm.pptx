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への指示ファイル）と開発の手順を整え、損失関数・目的変数の設計などの実験と、PR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のレビュー：分位点の取り方と、欠けた値の埋め方がおかしい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データで確かめ、前者はわざとそうしていて、後者は今のデータでは起きないと分かった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