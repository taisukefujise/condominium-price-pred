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への指示ファイル）と開発の手順を整え、損失関数・目的変数の設計などの実験と、PR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が出した結果や指摘はそのまま信じず、全員が同じ 3 fold の時系列 CV で測り、提出した LB と連動するかも確かめてから採否を決めた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14630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CV と LB のずれ（isotonic 較正）：較正表は学習期間の直近 3 四半期で作るため、値段が上がり続ける test では範囲外の予測が頭打ちになり、低く出たと考える。目的変数の設計を見直した後は CV でも悪化したので、時期によるずれを較正がまとめて直していた分が test に合わなかった可能性もある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228600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リポジトリ設計とコードは AI の案を議論して直してから採用し、実験の案とレビューの指摘は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287121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両方の向きに値を変えて時系列 CV で比べ、CV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のレビュー：AI のコードレビューで出た 10 件の指摘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一部採用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1 件ずつデータで確かめ、わざとそうしている書き方や、今のデータでは起きない・影響がごく小さい指摘は却下し、引数の渡し忘れを防ぐ・使っていない設定を消すなどの指摘を直した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区切りの年やくり返しの回数を何通りか変えて、結果がほとんど変わらないことを確かめたうえで、定数にして理由を書くよう直した。影響の大きい値は今後の改善の対象にした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リポジトリの構成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実験の進め方（GitHub）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効かなかった実験も「不採用」ラベルで閉じて残し、同じ実験を二度試さない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価格を使う処理は fold ごとに作ること、型ヒント・docstring・名前の決まり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