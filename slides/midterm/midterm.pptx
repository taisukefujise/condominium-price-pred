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への指示ファイル）と開発の手順を整え、損失関数・目的変数の設計などの実験と、PR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翔：最初のベースラインを作り、目的変数の設計の実験を今の土台に移し替えて再実装した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検証：AI が出した結果や指摘はそのまま信じず、全員が同じ 3 fold の時系列 CV で測り、提出した LB と連動するかも確かめてから採否を決めた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86868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1691640"/>
          <a:ext cx="8522208" cy="2615184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目的変数の設計を見直す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時点）、外れ値の重み・間取りの分解（最新の土台の上）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構成と関数の分け方は AI の案を議論して直してから採用し、実験の案・集計・レビューは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305409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リポジトリ設計・コード：実験ごとに記録用のフォルダを作り、工程番号つきのファイルに分ける。学習と予測を 1 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に一本化し、ファイルは工程ごと、関数は CV 用と本番用に分けた。分ける前後で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集計：価格のばらつきのうち、容積率で説明できる割合は 0.6%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却下（数値を訂正）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条件を変えて数え直し、値が1種類しかない地区まで混ぜていた誤りを見つけた（正しくは 0.9%）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のレビュー：分位点の取り方と、欠けた値の埋め方がおかしい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データで確かめ、前者はわざとそうしていて、後者は今のデータでは起きないと分かった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実装：理由の書かれていない決め打ちの値（期間の区切り・グループの数・くり返しの回数）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値を変えて結果への影響を確かめ、定数にして理由を書くよう直した。影響の大きい値は今後の改善の対象にした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リポジトリの構成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main.py は工程を順に呼ぶだけにし、前処理・特徴量・目的変数・モデルなど、工程ごとにファイルを 1 つにした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特徴量は MAKERS、モデルは MODELS に 1 行足すだけで試せる。別々の実験を最新の土台に積み直しても衝突しなかった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実験の進め方（GitHub）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 つの実験を Issue → ブランチ → PR で進め、PR に fold ごとの CV・比べた main のコミット・Public LB 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効かなかった実験も「不採用」ラベルで閉じて残し、同じ実験を二度試さない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のレビューの指摘もデータで確かめてから直してマージする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テスト期間（2025年第3四半期以降）の取引データを取得・参照しない規約と、検証方法を合意なしに変えないこと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価格を使う処理は fold ごとに作ること、型ヒント・docstring・名前の決まり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Discord で PR を報告して全員が確認し、submission チャンネルで日ごとの提出担当を割り当てる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で決めた値の一部に根拠がなかった（結果への影響はほぼなし）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効いた特徴量を積み上げ、モデルを混ぜる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