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への指示ファイル）と開発の手順を整え、損失関数・目的変数の設計などの実験と、PR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のレビュー：分位点の取り方と、欠けた値の埋め方がおかしい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グループごとの件数を 2 通りの分け方で数え比べ、前者はわざと（件数をそろえるため）と分かった。後者は全 fold で欠けた値を数え、起きないと分かった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