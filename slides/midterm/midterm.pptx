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への指示ファイル）と開発の手順を整え、損失関数・相場の指数の設計・主要駅までの距離の実験と、PR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のずれの分析や、相場の延ばし方が過去に当たったかの検証など、PR・Issue での議論とレビューを担った（同じ建物らしき取引の調査も行った）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翔：最初のベースラインを作り、相場の指数を今の土台に移し替えて再実装した（今の最高 LB 0.19709）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麟太郎：目的変数を総額から㎡単価に変え（採用）、間取りを部屋数などに分解する特徴量を試した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構成とコード：藤瀬が 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検証：南條は AI が作ったモデルの CV をそのまま信じず、3 fold の時系列 CV に作り直してから施策を比べた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表の値：上の行までに採用した変更を積み上げた値。「単独」の行は、相場の切り離しの上に 1 つだけ足して測った値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3273551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相場の上昇を目的変数から切り離し、直近の傾きで先へ延ばす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単独：主要駅までの距離 ＋ 地区の緯度・経度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0.19518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効果あり。緯度・経度を抜くと 0.19605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単独：面積 × 築年数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0.19599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効果あり。他コンペの 1 位で最も効いた列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時点）、外れ値の重み・間取りの分解（相場の切り離しの上）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のレビュー：相場の指数で、件数で重みをつけた分位点と、欠けた四半期の埋め方がおかしい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データで確かめ、前者はわざと（価格帯ごとの件数をそろえて指数を安定させる）、後者は今のデータでは起きないと分かった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で決めた値（2021 年で区切る・価格帯は 5 つ）に根拠がなかった（結果への影響はほぼなし）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単独で効いた特徴量（主要駅までの距離・面積 × 築年数）を積み上げ、相場の延ばし方を見直し、モデルを混ぜる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