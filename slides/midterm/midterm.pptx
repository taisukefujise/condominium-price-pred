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人の分担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全員：各自のノートブックで EDA を行い、実験ごとに Issue を立てて PR を出した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藤瀬 太翼：実験の土台（構成・時系列 CV・AI への指示ファイル）と開発の手順を整え、損失関数・相場の指数の設計・主要駅までの距離の実験と、PR のレビューを担当した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南條 佑太：isotonic 較正を作り、CV と LB のずれの分析や、相場の延ばし方が過去に当たったかの検証など、PR・Issue での議論とレビューを担った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大久保 翔：最初のベースラインを作り、相場の指数を今の土台に移し替えて再実装した（今の最高 LB 0.19709）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小林 麟太郎：目的変数を総額から㎡単価に変え（採用）、間取りを部屋数などに分解する特徴量を試した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AIの出力の確認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構成とコード：藤瀬が AI と議論し、出力されたコードを VS Code で読みながら直し、ruff の整形と静的チェックの後も、読みにくい箇所や名前は自分で直した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変更の単位：分析の工程ごとにファイルを分け、1 回の PR は 1 つの工程の修正と検証に限って、人が検証結果と実装コードを把握できる範囲に抑えた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検証：南條は AI が作ったモデルの CV をそのまま信じず、3 fold の時系列 CV に作り直してから施策を比べた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使ったAIツール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86868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表の値：上の行までに採用した変更を積み上げた値。「単独」の行は、相場の切り離しの上に 1 つだけ足して測った値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1691640"/>
          <a:ext cx="8522208" cy="3273551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相場の上昇を目的変数から切り離し、直近の傾きで先へ延ばす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単独：主要駅までの距離 ＋ 地区の緯度・経度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0.19518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効果あり。緯度・経度を抜くと 0.19605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単独：面積 × 築年数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0.19599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効果あり。他コンペの 1 位で最も効いた列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時点）、外れ値の重み・間取りの分解（相場の切り離しの上）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構成と関数の分け方は AI の案を議論して直してから採用し、実験の案・集計・レビューは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3054096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構成：実験ごとに記録用のフォルダを作り、コードを工程番号つきのファイルに分ける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に一本化し、ファイルは前処理・学習データの選択など工程ごとに分ける形に直した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関数の分け方：学習と予測を1つの関数で行う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用と本番用に分けた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集計：価格のばらつきのうち、容積率で説明できる割合は 0.6%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却下（数値を訂正）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条件を変えて数え直し、値が1種類しかない地区まで混ぜていた誤りを見つけた（正しくは 0.9%）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のレビュー：相場の指数で、件数で重みをつけた分位点と、欠けた四半期の埋め方がおかしい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データで確かめ、前者はわざと（価格帯ごとの件数をそろえて指数を安定させる）、後者は今のデータでは起きないと分かった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GitHub の使い方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実験は Issue → ブランチ → PR の流れで進め、PR の本文に「main の CV → この PR の CV」を書く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CV が良くならなかった実験も、結果を書いて「不採用」ラベルで閉じ、同じ実験を二度試さないようにする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レビューは藤瀬が中心に行い、AI のレビューの指摘もあわせて直してからマージする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実験の記録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seed（42）とパラメータはコードに固定し、変えたときは PR に書く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PR に fold ごとの CV・比べた main のコミット・Public LB を書く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AIへの指示ファイル（CLAUDE.md・AGENTS.md）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テスト期間（2025年第3四半期以降）の取引データを取得・参照しない規約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検証の方法を合意なしに変えないこと、target encoding など価格を使う特徴量は fold ごとに作ること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型ヒント・docstring・変数名・関数名の決まり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グループ内の情報共有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連絡は Discord で行い、PR を出したら全体チャンネルで報告して、全員が確認する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submission チャンネルで日ごとの提出担当を割り当て、提出した PR を報告する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で決めた値（2021 年で区切る・価格帯は 5 つ）に根拠がなかった（結果への影響はほぼなし）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単独で効いた特徴量（主要駅までの距離・面積 × 築年数）を積み上げ、相場の延ばし方を見直し、モデルを混ぜる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