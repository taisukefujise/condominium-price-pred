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への指示ファイル）と開発の手順を整え、損失関数・相場の指数の設計・主要駅までの距離の実験と、PR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のずれの分析や、相場の延ばし方が過去に当たったかの検証など、PR・Issue での議論とレビューを担った（同じ建物らしき取引の調査も行った）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翔：最初のベースラインを作り、相場の指数を今の土台に移し替えて再実装した（今の最高 LB 0.19709）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麟太郎：目的変数を総額から㎡単価に変え（採用）、間取りを部屋数などに分解する特徴量を試した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構成とコード：藤瀬が 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検証：南條は AI が作ったモデルの CV をそのまま信じず、3 fold の時系列 CV に作り直してから施策を比べた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